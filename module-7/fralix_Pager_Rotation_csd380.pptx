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1.png"/><Relationship Id="rId7" Type="http://schemas.openxmlformats.org/officeDocument/2006/relationships/image" Target="../media/image36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1.png"/><Relationship Id="rId7" Type="http://schemas.openxmlformats.org/officeDocument/2006/relationships/image" Target="../media/image36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26518E-F79F-43E4-867B-B33A184AF92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1335A5-7AB6-423E-AD5A-803B6DB233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Engineers who build services also support them in production.</a:t>
          </a:r>
        </a:p>
      </dgm:t>
    </dgm:pt>
    <dgm:pt modelId="{445E397C-A238-45D9-8BCB-897ED7EEDAE7}" type="parTrans" cxnId="{242F5F91-1A5B-42D7-9AE9-55864FD3CEF1}">
      <dgm:prSet/>
      <dgm:spPr/>
      <dgm:t>
        <a:bodyPr/>
        <a:lstStyle/>
        <a:p>
          <a:endParaRPr lang="en-US"/>
        </a:p>
      </dgm:t>
    </dgm:pt>
    <dgm:pt modelId="{02493D4E-808C-48C1-B47A-9E2364B4FABA}" type="sibTrans" cxnId="{242F5F91-1A5B-42D7-9AE9-55864FD3CEF1}">
      <dgm:prSet/>
      <dgm:spPr/>
      <dgm:t>
        <a:bodyPr/>
        <a:lstStyle/>
        <a:p>
          <a:endParaRPr lang="en-US"/>
        </a:p>
      </dgm:t>
    </dgm:pt>
    <dgm:pt modelId="{272E7AB1-7757-42BB-8D6D-01A75E2568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Strengthens accountability and improves code quality.</a:t>
          </a:r>
        </a:p>
      </dgm:t>
    </dgm:pt>
    <dgm:pt modelId="{8E4C440D-1017-42E7-ACF0-E839E789002A}" type="parTrans" cxnId="{51570515-9818-4292-B8D7-AB488233524E}">
      <dgm:prSet/>
      <dgm:spPr/>
      <dgm:t>
        <a:bodyPr/>
        <a:lstStyle/>
        <a:p>
          <a:endParaRPr lang="en-US"/>
        </a:p>
      </dgm:t>
    </dgm:pt>
    <dgm:pt modelId="{301DF265-013B-427B-8973-249F82C33511}" type="sibTrans" cxnId="{51570515-9818-4292-B8D7-AB488233524E}">
      <dgm:prSet/>
      <dgm:spPr/>
      <dgm:t>
        <a:bodyPr/>
        <a:lstStyle/>
        <a:p>
          <a:endParaRPr lang="en-US"/>
        </a:p>
      </dgm:t>
    </dgm:pt>
    <dgm:pt modelId="{FA63A1B7-C729-425A-BD0D-4F5668178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Real‑time feedback informs better design and deployment practices.</a:t>
          </a:r>
        </a:p>
      </dgm:t>
    </dgm:pt>
    <dgm:pt modelId="{81964F46-03D7-4797-846C-37253244E9CA}" type="parTrans" cxnId="{A01255E8-E2BC-4584-9B1D-C485F0F11D69}">
      <dgm:prSet/>
      <dgm:spPr/>
      <dgm:t>
        <a:bodyPr/>
        <a:lstStyle/>
        <a:p>
          <a:endParaRPr lang="en-US"/>
        </a:p>
      </dgm:t>
    </dgm:pt>
    <dgm:pt modelId="{BD0225DD-D354-42AE-BE51-37C59121134C}" type="sibTrans" cxnId="{A01255E8-E2BC-4584-9B1D-C485F0F11D69}">
      <dgm:prSet/>
      <dgm:spPr/>
      <dgm:t>
        <a:bodyPr/>
        <a:lstStyle/>
        <a:p>
          <a:endParaRPr lang="en-US"/>
        </a:p>
      </dgm:t>
    </dgm:pt>
    <dgm:pt modelId="{D378CE6C-ED8A-4BF5-BBA7-63672DC1DB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Encourages cross‑functional collaboration and operational excellence.</a:t>
          </a:r>
        </a:p>
      </dgm:t>
    </dgm:pt>
    <dgm:pt modelId="{E3770074-53D5-471F-A98E-EF3EE9BFE6BA}" type="parTrans" cxnId="{C3C92034-D827-40B0-82F1-01802C657A1C}">
      <dgm:prSet/>
      <dgm:spPr/>
      <dgm:t>
        <a:bodyPr/>
        <a:lstStyle/>
        <a:p>
          <a:endParaRPr lang="en-US"/>
        </a:p>
      </dgm:t>
    </dgm:pt>
    <dgm:pt modelId="{F8E5CEF0-5121-4598-AA80-CC6AF9D0A2DC}" type="sibTrans" cxnId="{C3C92034-D827-40B0-82F1-01802C657A1C}">
      <dgm:prSet/>
      <dgm:spPr/>
      <dgm:t>
        <a:bodyPr/>
        <a:lstStyle/>
        <a:p>
          <a:endParaRPr lang="en-US"/>
        </a:p>
      </dgm:t>
    </dgm:pt>
    <dgm:pt modelId="{30CF5191-6473-42BA-A93D-405DA3CA913B}" type="pres">
      <dgm:prSet presAssocID="{AE26518E-F79F-43E4-867B-B33A184AF92F}" presName="root" presStyleCnt="0">
        <dgm:presLayoutVars>
          <dgm:dir/>
          <dgm:resizeHandles val="exact"/>
        </dgm:presLayoutVars>
      </dgm:prSet>
      <dgm:spPr/>
    </dgm:pt>
    <dgm:pt modelId="{C16F1FC4-191C-4656-97BA-FCF43857DF03}" type="pres">
      <dgm:prSet presAssocID="{EA1335A5-7AB6-423E-AD5A-803B6DB2338F}" presName="compNode" presStyleCnt="0"/>
      <dgm:spPr/>
    </dgm:pt>
    <dgm:pt modelId="{2822DC43-B8ED-4BC8-8DC1-12B7BAD1335E}" type="pres">
      <dgm:prSet presAssocID="{EA1335A5-7AB6-423E-AD5A-803B6DB2338F}" presName="bgRect" presStyleLbl="bgShp" presStyleIdx="0" presStyleCnt="4"/>
      <dgm:spPr/>
    </dgm:pt>
    <dgm:pt modelId="{C2776624-A670-4F01-96F0-24D35B5C193D}" type="pres">
      <dgm:prSet presAssocID="{EA1335A5-7AB6-423E-AD5A-803B6DB2338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7CB4CBF3-64DF-4791-856F-58BD39688CA3}" type="pres">
      <dgm:prSet presAssocID="{EA1335A5-7AB6-423E-AD5A-803B6DB2338F}" presName="spaceRect" presStyleCnt="0"/>
      <dgm:spPr/>
    </dgm:pt>
    <dgm:pt modelId="{4A9F8144-6735-4E04-AF93-53E801F68586}" type="pres">
      <dgm:prSet presAssocID="{EA1335A5-7AB6-423E-AD5A-803B6DB2338F}" presName="parTx" presStyleLbl="revTx" presStyleIdx="0" presStyleCnt="4">
        <dgm:presLayoutVars>
          <dgm:chMax val="0"/>
          <dgm:chPref val="0"/>
        </dgm:presLayoutVars>
      </dgm:prSet>
      <dgm:spPr/>
    </dgm:pt>
    <dgm:pt modelId="{0E2D3AEA-9BD5-4788-B29C-6B5B90E12B06}" type="pres">
      <dgm:prSet presAssocID="{02493D4E-808C-48C1-B47A-9E2364B4FABA}" presName="sibTrans" presStyleCnt="0"/>
      <dgm:spPr/>
    </dgm:pt>
    <dgm:pt modelId="{8EED1B04-3D68-432A-8A91-9C3D2CEA7F48}" type="pres">
      <dgm:prSet presAssocID="{272E7AB1-7757-42BB-8D6D-01A75E256833}" presName="compNode" presStyleCnt="0"/>
      <dgm:spPr/>
    </dgm:pt>
    <dgm:pt modelId="{78ABE351-3E81-467F-AC79-E78ADBECDBB5}" type="pres">
      <dgm:prSet presAssocID="{272E7AB1-7757-42BB-8D6D-01A75E256833}" presName="bgRect" presStyleLbl="bgShp" presStyleIdx="1" presStyleCnt="4"/>
      <dgm:spPr/>
    </dgm:pt>
    <dgm:pt modelId="{5025AEA0-A8C1-4BA3-B586-59BE17B31058}" type="pres">
      <dgm:prSet presAssocID="{272E7AB1-7757-42BB-8D6D-01A75E25683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253B9B20-E401-4AF1-BCFE-F9B965F36FDA}" type="pres">
      <dgm:prSet presAssocID="{272E7AB1-7757-42BB-8D6D-01A75E256833}" presName="spaceRect" presStyleCnt="0"/>
      <dgm:spPr/>
    </dgm:pt>
    <dgm:pt modelId="{C3E3F718-C2C0-456A-B980-87AD6B2D828C}" type="pres">
      <dgm:prSet presAssocID="{272E7AB1-7757-42BB-8D6D-01A75E256833}" presName="parTx" presStyleLbl="revTx" presStyleIdx="1" presStyleCnt="4">
        <dgm:presLayoutVars>
          <dgm:chMax val="0"/>
          <dgm:chPref val="0"/>
        </dgm:presLayoutVars>
      </dgm:prSet>
      <dgm:spPr/>
    </dgm:pt>
    <dgm:pt modelId="{F00D31DA-35F6-44F3-B228-25163D9E19C4}" type="pres">
      <dgm:prSet presAssocID="{301DF265-013B-427B-8973-249F82C33511}" presName="sibTrans" presStyleCnt="0"/>
      <dgm:spPr/>
    </dgm:pt>
    <dgm:pt modelId="{A5067BB4-28C9-4D28-97D3-BA32D9B9A53B}" type="pres">
      <dgm:prSet presAssocID="{FA63A1B7-C729-425A-BD0D-4F5668178E4E}" presName="compNode" presStyleCnt="0"/>
      <dgm:spPr/>
    </dgm:pt>
    <dgm:pt modelId="{A82C6BE9-9FBA-4254-97EE-1E7149269AF3}" type="pres">
      <dgm:prSet presAssocID="{FA63A1B7-C729-425A-BD0D-4F5668178E4E}" presName="bgRect" presStyleLbl="bgShp" presStyleIdx="2" presStyleCnt="4"/>
      <dgm:spPr/>
    </dgm:pt>
    <dgm:pt modelId="{D81F67F7-0D32-441D-A87A-BB0045D5B3A6}" type="pres">
      <dgm:prSet presAssocID="{FA63A1B7-C729-425A-BD0D-4F5668178E4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082CB4B-4EDD-4920-9A56-D6D7FC69BACB}" type="pres">
      <dgm:prSet presAssocID="{FA63A1B7-C729-425A-BD0D-4F5668178E4E}" presName="spaceRect" presStyleCnt="0"/>
      <dgm:spPr/>
    </dgm:pt>
    <dgm:pt modelId="{E2B2A622-033F-42C0-B807-651B264BE263}" type="pres">
      <dgm:prSet presAssocID="{FA63A1B7-C729-425A-BD0D-4F5668178E4E}" presName="parTx" presStyleLbl="revTx" presStyleIdx="2" presStyleCnt="4">
        <dgm:presLayoutVars>
          <dgm:chMax val="0"/>
          <dgm:chPref val="0"/>
        </dgm:presLayoutVars>
      </dgm:prSet>
      <dgm:spPr/>
    </dgm:pt>
    <dgm:pt modelId="{F5B472C9-B5A4-4ED9-9563-E533ACC12E3F}" type="pres">
      <dgm:prSet presAssocID="{BD0225DD-D354-42AE-BE51-37C59121134C}" presName="sibTrans" presStyleCnt="0"/>
      <dgm:spPr/>
    </dgm:pt>
    <dgm:pt modelId="{3E0A634C-B570-4215-9EAC-F63FFB971012}" type="pres">
      <dgm:prSet presAssocID="{D378CE6C-ED8A-4BF5-BBA7-63672DC1DB33}" presName="compNode" presStyleCnt="0"/>
      <dgm:spPr/>
    </dgm:pt>
    <dgm:pt modelId="{06A317A9-1AA2-4085-9105-8BEA9FAF9E39}" type="pres">
      <dgm:prSet presAssocID="{D378CE6C-ED8A-4BF5-BBA7-63672DC1DB33}" presName="bgRect" presStyleLbl="bgShp" presStyleIdx="3" presStyleCnt="4"/>
      <dgm:spPr/>
    </dgm:pt>
    <dgm:pt modelId="{D484F784-FCA7-4B9E-8642-4E6E783AB7DE}" type="pres">
      <dgm:prSet presAssocID="{D378CE6C-ED8A-4BF5-BBA7-63672DC1DB3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185A1DEF-3FFB-4CAA-9C2D-1F807DBD57BE}" type="pres">
      <dgm:prSet presAssocID="{D378CE6C-ED8A-4BF5-BBA7-63672DC1DB33}" presName="spaceRect" presStyleCnt="0"/>
      <dgm:spPr/>
    </dgm:pt>
    <dgm:pt modelId="{00784AFF-32D2-40BE-B046-A59CC6122044}" type="pres">
      <dgm:prSet presAssocID="{D378CE6C-ED8A-4BF5-BBA7-63672DC1DB3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1570515-9818-4292-B8D7-AB488233524E}" srcId="{AE26518E-F79F-43E4-867B-B33A184AF92F}" destId="{272E7AB1-7757-42BB-8D6D-01A75E256833}" srcOrd="1" destOrd="0" parTransId="{8E4C440D-1017-42E7-ACF0-E839E789002A}" sibTransId="{301DF265-013B-427B-8973-249F82C33511}"/>
    <dgm:cxn modelId="{C3C92034-D827-40B0-82F1-01802C657A1C}" srcId="{AE26518E-F79F-43E4-867B-B33A184AF92F}" destId="{D378CE6C-ED8A-4BF5-BBA7-63672DC1DB33}" srcOrd="3" destOrd="0" parTransId="{E3770074-53D5-471F-A98E-EF3EE9BFE6BA}" sibTransId="{F8E5CEF0-5121-4598-AA80-CC6AF9D0A2DC}"/>
    <dgm:cxn modelId="{8D0CC34B-12A6-4797-B42C-7140C8742858}" type="presOf" srcId="{FA63A1B7-C729-425A-BD0D-4F5668178E4E}" destId="{E2B2A622-033F-42C0-B807-651B264BE263}" srcOrd="0" destOrd="0" presId="urn:microsoft.com/office/officeart/2018/2/layout/IconVerticalSolidList"/>
    <dgm:cxn modelId="{4680584C-6B0C-4EAA-ACEE-55F9A9EC7F62}" type="presOf" srcId="{AE26518E-F79F-43E4-867B-B33A184AF92F}" destId="{30CF5191-6473-42BA-A93D-405DA3CA913B}" srcOrd="0" destOrd="0" presId="urn:microsoft.com/office/officeart/2018/2/layout/IconVerticalSolidList"/>
    <dgm:cxn modelId="{7E40A27E-272D-4C1C-B574-69DA56BC251D}" type="presOf" srcId="{EA1335A5-7AB6-423E-AD5A-803B6DB2338F}" destId="{4A9F8144-6735-4E04-AF93-53E801F68586}" srcOrd="0" destOrd="0" presId="urn:microsoft.com/office/officeart/2018/2/layout/IconVerticalSolidList"/>
    <dgm:cxn modelId="{242F5F91-1A5B-42D7-9AE9-55864FD3CEF1}" srcId="{AE26518E-F79F-43E4-867B-B33A184AF92F}" destId="{EA1335A5-7AB6-423E-AD5A-803B6DB2338F}" srcOrd="0" destOrd="0" parTransId="{445E397C-A238-45D9-8BCB-897ED7EEDAE7}" sibTransId="{02493D4E-808C-48C1-B47A-9E2364B4FABA}"/>
    <dgm:cxn modelId="{A8B92CCC-9862-4CD7-BF67-746B0F1DC41A}" type="presOf" srcId="{272E7AB1-7757-42BB-8D6D-01A75E256833}" destId="{C3E3F718-C2C0-456A-B980-87AD6B2D828C}" srcOrd="0" destOrd="0" presId="urn:microsoft.com/office/officeart/2018/2/layout/IconVerticalSolidList"/>
    <dgm:cxn modelId="{B9E420E0-EF21-4800-848F-EB75A11DCAB5}" type="presOf" srcId="{D378CE6C-ED8A-4BF5-BBA7-63672DC1DB33}" destId="{00784AFF-32D2-40BE-B046-A59CC6122044}" srcOrd="0" destOrd="0" presId="urn:microsoft.com/office/officeart/2018/2/layout/IconVerticalSolidList"/>
    <dgm:cxn modelId="{A01255E8-E2BC-4584-9B1D-C485F0F11D69}" srcId="{AE26518E-F79F-43E4-867B-B33A184AF92F}" destId="{FA63A1B7-C729-425A-BD0D-4F5668178E4E}" srcOrd="2" destOrd="0" parTransId="{81964F46-03D7-4797-846C-37253244E9CA}" sibTransId="{BD0225DD-D354-42AE-BE51-37C59121134C}"/>
    <dgm:cxn modelId="{BC1125BD-0818-463E-A98F-D256A84E7F35}" type="presParOf" srcId="{30CF5191-6473-42BA-A93D-405DA3CA913B}" destId="{C16F1FC4-191C-4656-97BA-FCF43857DF03}" srcOrd="0" destOrd="0" presId="urn:microsoft.com/office/officeart/2018/2/layout/IconVerticalSolidList"/>
    <dgm:cxn modelId="{45FA7819-3E7E-4510-B310-21862ACC3A68}" type="presParOf" srcId="{C16F1FC4-191C-4656-97BA-FCF43857DF03}" destId="{2822DC43-B8ED-4BC8-8DC1-12B7BAD1335E}" srcOrd="0" destOrd="0" presId="urn:microsoft.com/office/officeart/2018/2/layout/IconVerticalSolidList"/>
    <dgm:cxn modelId="{ADD0D7E4-56F8-4069-AF4F-F7F7E1D07284}" type="presParOf" srcId="{C16F1FC4-191C-4656-97BA-FCF43857DF03}" destId="{C2776624-A670-4F01-96F0-24D35B5C193D}" srcOrd="1" destOrd="0" presId="urn:microsoft.com/office/officeart/2018/2/layout/IconVerticalSolidList"/>
    <dgm:cxn modelId="{79729291-5C70-4993-AE06-A28CF91E88A5}" type="presParOf" srcId="{C16F1FC4-191C-4656-97BA-FCF43857DF03}" destId="{7CB4CBF3-64DF-4791-856F-58BD39688CA3}" srcOrd="2" destOrd="0" presId="urn:microsoft.com/office/officeart/2018/2/layout/IconVerticalSolidList"/>
    <dgm:cxn modelId="{1E6F4D9B-2CF0-4EEC-9675-7179A5F7600A}" type="presParOf" srcId="{C16F1FC4-191C-4656-97BA-FCF43857DF03}" destId="{4A9F8144-6735-4E04-AF93-53E801F68586}" srcOrd="3" destOrd="0" presId="urn:microsoft.com/office/officeart/2018/2/layout/IconVerticalSolidList"/>
    <dgm:cxn modelId="{6E2B9F4B-89B1-415D-AD11-3B26BBFE039C}" type="presParOf" srcId="{30CF5191-6473-42BA-A93D-405DA3CA913B}" destId="{0E2D3AEA-9BD5-4788-B29C-6B5B90E12B06}" srcOrd="1" destOrd="0" presId="urn:microsoft.com/office/officeart/2018/2/layout/IconVerticalSolidList"/>
    <dgm:cxn modelId="{990AD4CA-0CAE-4F8B-B6A7-4C7D25A5125E}" type="presParOf" srcId="{30CF5191-6473-42BA-A93D-405DA3CA913B}" destId="{8EED1B04-3D68-432A-8A91-9C3D2CEA7F48}" srcOrd="2" destOrd="0" presId="urn:microsoft.com/office/officeart/2018/2/layout/IconVerticalSolidList"/>
    <dgm:cxn modelId="{1D4B1597-E5A8-4281-B6D1-D34214F09112}" type="presParOf" srcId="{8EED1B04-3D68-432A-8A91-9C3D2CEA7F48}" destId="{78ABE351-3E81-467F-AC79-E78ADBECDBB5}" srcOrd="0" destOrd="0" presId="urn:microsoft.com/office/officeart/2018/2/layout/IconVerticalSolidList"/>
    <dgm:cxn modelId="{D208C826-CC26-4ECA-8021-897931119537}" type="presParOf" srcId="{8EED1B04-3D68-432A-8A91-9C3D2CEA7F48}" destId="{5025AEA0-A8C1-4BA3-B586-59BE17B31058}" srcOrd="1" destOrd="0" presId="urn:microsoft.com/office/officeart/2018/2/layout/IconVerticalSolidList"/>
    <dgm:cxn modelId="{09BF77C9-F006-4576-B6C8-DCBB67F8644A}" type="presParOf" srcId="{8EED1B04-3D68-432A-8A91-9C3D2CEA7F48}" destId="{253B9B20-E401-4AF1-BCFE-F9B965F36FDA}" srcOrd="2" destOrd="0" presId="urn:microsoft.com/office/officeart/2018/2/layout/IconVerticalSolidList"/>
    <dgm:cxn modelId="{4BA38E53-FCB0-4008-8EF7-264D49AF4D3F}" type="presParOf" srcId="{8EED1B04-3D68-432A-8A91-9C3D2CEA7F48}" destId="{C3E3F718-C2C0-456A-B980-87AD6B2D828C}" srcOrd="3" destOrd="0" presId="urn:microsoft.com/office/officeart/2018/2/layout/IconVerticalSolidList"/>
    <dgm:cxn modelId="{9D9AA11C-1ECB-421F-ADE9-D70C95AF8C32}" type="presParOf" srcId="{30CF5191-6473-42BA-A93D-405DA3CA913B}" destId="{F00D31DA-35F6-44F3-B228-25163D9E19C4}" srcOrd="3" destOrd="0" presId="urn:microsoft.com/office/officeart/2018/2/layout/IconVerticalSolidList"/>
    <dgm:cxn modelId="{37537B98-F94B-435A-A1F1-46769FABE2BD}" type="presParOf" srcId="{30CF5191-6473-42BA-A93D-405DA3CA913B}" destId="{A5067BB4-28C9-4D28-97D3-BA32D9B9A53B}" srcOrd="4" destOrd="0" presId="urn:microsoft.com/office/officeart/2018/2/layout/IconVerticalSolidList"/>
    <dgm:cxn modelId="{77757B2B-0E62-4120-80F6-6550BB315711}" type="presParOf" srcId="{A5067BB4-28C9-4D28-97D3-BA32D9B9A53B}" destId="{A82C6BE9-9FBA-4254-97EE-1E7149269AF3}" srcOrd="0" destOrd="0" presId="urn:microsoft.com/office/officeart/2018/2/layout/IconVerticalSolidList"/>
    <dgm:cxn modelId="{1049E046-641A-410D-9149-A9B4F49A0423}" type="presParOf" srcId="{A5067BB4-28C9-4D28-97D3-BA32D9B9A53B}" destId="{D81F67F7-0D32-441D-A87A-BB0045D5B3A6}" srcOrd="1" destOrd="0" presId="urn:microsoft.com/office/officeart/2018/2/layout/IconVerticalSolidList"/>
    <dgm:cxn modelId="{46484C3F-FE34-4C4D-BD3E-7069EEC8ACBE}" type="presParOf" srcId="{A5067BB4-28C9-4D28-97D3-BA32D9B9A53B}" destId="{5082CB4B-4EDD-4920-9A56-D6D7FC69BACB}" srcOrd="2" destOrd="0" presId="urn:microsoft.com/office/officeart/2018/2/layout/IconVerticalSolidList"/>
    <dgm:cxn modelId="{3573EBBB-9AEC-4088-BECF-BDB2436451A5}" type="presParOf" srcId="{A5067BB4-28C9-4D28-97D3-BA32D9B9A53B}" destId="{E2B2A622-033F-42C0-B807-651B264BE263}" srcOrd="3" destOrd="0" presId="urn:microsoft.com/office/officeart/2018/2/layout/IconVerticalSolidList"/>
    <dgm:cxn modelId="{1FF826C3-00EF-4316-BCD2-A041D905B787}" type="presParOf" srcId="{30CF5191-6473-42BA-A93D-405DA3CA913B}" destId="{F5B472C9-B5A4-4ED9-9563-E533ACC12E3F}" srcOrd="5" destOrd="0" presId="urn:microsoft.com/office/officeart/2018/2/layout/IconVerticalSolidList"/>
    <dgm:cxn modelId="{E7AC1106-37D1-4E34-A69A-EA3FD033B520}" type="presParOf" srcId="{30CF5191-6473-42BA-A93D-405DA3CA913B}" destId="{3E0A634C-B570-4215-9EAC-F63FFB971012}" srcOrd="6" destOrd="0" presId="urn:microsoft.com/office/officeart/2018/2/layout/IconVerticalSolidList"/>
    <dgm:cxn modelId="{ACE126B4-4F25-4A22-8589-50112E5E9650}" type="presParOf" srcId="{3E0A634C-B570-4215-9EAC-F63FFB971012}" destId="{06A317A9-1AA2-4085-9105-8BEA9FAF9E39}" srcOrd="0" destOrd="0" presId="urn:microsoft.com/office/officeart/2018/2/layout/IconVerticalSolidList"/>
    <dgm:cxn modelId="{F5F60863-EFE5-4AD8-BBD1-925DA2F15EBF}" type="presParOf" srcId="{3E0A634C-B570-4215-9EAC-F63FFB971012}" destId="{D484F784-FCA7-4B9E-8642-4E6E783AB7DE}" srcOrd="1" destOrd="0" presId="urn:microsoft.com/office/officeart/2018/2/layout/IconVerticalSolidList"/>
    <dgm:cxn modelId="{2C0A054F-B970-43E8-95AC-9F0994F4F043}" type="presParOf" srcId="{3E0A634C-B570-4215-9EAC-F63FFB971012}" destId="{185A1DEF-3FFB-4CAA-9C2D-1F807DBD57BE}" srcOrd="2" destOrd="0" presId="urn:microsoft.com/office/officeart/2018/2/layout/IconVerticalSolidList"/>
    <dgm:cxn modelId="{612DFBEE-4194-4DED-B394-8EF2F2CE88C1}" type="presParOf" srcId="{3E0A634C-B570-4215-9EAC-F63FFB971012}" destId="{00784AFF-32D2-40BE-B046-A59CC61220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A30EBE-C842-4DC6-B213-D4F425AC2B4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FE72C032-7194-41CD-9DDE-1989EA1CE5B3}">
      <dgm:prSet/>
      <dgm:spPr/>
      <dgm:t>
        <a:bodyPr/>
        <a:lstStyle/>
        <a:p>
          <a:pPr>
            <a:defRPr cap="all"/>
          </a:pPr>
          <a:r>
            <a:rPr lang="en-US"/>
            <a:t>Use automated scheduling and escalation policies.</a:t>
          </a:r>
        </a:p>
      </dgm:t>
    </dgm:pt>
    <dgm:pt modelId="{477809A4-7BBD-4D02-ACE7-FAB3CCC18471}" type="parTrans" cxnId="{5A845180-B390-4838-A135-596774FE3F40}">
      <dgm:prSet/>
      <dgm:spPr/>
      <dgm:t>
        <a:bodyPr/>
        <a:lstStyle/>
        <a:p>
          <a:endParaRPr lang="en-US"/>
        </a:p>
      </dgm:t>
    </dgm:pt>
    <dgm:pt modelId="{0298129F-78A2-441C-8952-FC9D50E846DA}" type="sibTrans" cxnId="{5A845180-B390-4838-A135-596774FE3F40}">
      <dgm:prSet/>
      <dgm:spPr/>
      <dgm:t>
        <a:bodyPr/>
        <a:lstStyle/>
        <a:p>
          <a:endParaRPr lang="en-US"/>
        </a:p>
      </dgm:t>
    </dgm:pt>
    <dgm:pt modelId="{B18E8F5D-FAF9-4A71-8FB9-80B02C5FF585}">
      <dgm:prSet/>
      <dgm:spPr/>
      <dgm:t>
        <a:bodyPr/>
        <a:lstStyle/>
        <a:p>
          <a:pPr>
            <a:defRPr cap="all"/>
          </a:pPr>
          <a:r>
            <a:rPr lang="en-US"/>
            <a:t>Keep rotations fair, predictable, and transparent.</a:t>
          </a:r>
        </a:p>
      </dgm:t>
    </dgm:pt>
    <dgm:pt modelId="{A0B19389-1F34-4477-9B8B-00D13B7D3DF4}" type="parTrans" cxnId="{A9EA6999-3F85-4D2B-A663-D42304CFED56}">
      <dgm:prSet/>
      <dgm:spPr/>
      <dgm:t>
        <a:bodyPr/>
        <a:lstStyle/>
        <a:p>
          <a:endParaRPr lang="en-US"/>
        </a:p>
      </dgm:t>
    </dgm:pt>
    <dgm:pt modelId="{73B05DC6-8C8D-4A57-B658-F738284875F3}" type="sibTrans" cxnId="{A9EA6999-3F85-4D2B-A663-D42304CFED56}">
      <dgm:prSet/>
      <dgm:spPr/>
      <dgm:t>
        <a:bodyPr/>
        <a:lstStyle/>
        <a:p>
          <a:endParaRPr lang="en-US"/>
        </a:p>
      </dgm:t>
    </dgm:pt>
    <dgm:pt modelId="{491155C3-8E36-45B0-8F9C-F9128E45A3F1}">
      <dgm:prSet/>
      <dgm:spPr/>
      <dgm:t>
        <a:bodyPr/>
        <a:lstStyle/>
        <a:p>
          <a:pPr>
            <a:defRPr cap="all"/>
          </a:pPr>
          <a:r>
            <a:rPr lang="en-US"/>
            <a:t>Provide runbooks for common incidents to reduce response time.</a:t>
          </a:r>
        </a:p>
      </dgm:t>
    </dgm:pt>
    <dgm:pt modelId="{B55925E7-9382-4DDA-81F7-7D3E76F062CB}" type="parTrans" cxnId="{D33517B9-B17E-476E-9FCC-57AF986FD8B8}">
      <dgm:prSet/>
      <dgm:spPr/>
      <dgm:t>
        <a:bodyPr/>
        <a:lstStyle/>
        <a:p>
          <a:endParaRPr lang="en-US"/>
        </a:p>
      </dgm:t>
    </dgm:pt>
    <dgm:pt modelId="{329E7B99-BAB5-4F90-813E-D71FA58BDA2C}" type="sibTrans" cxnId="{D33517B9-B17E-476E-9FCC-57AF986FD8B8}">
      <dgm:prSet/>
      <dgm:spPr/>
      <dgm:t>
        <a:bodyPr/>
        <a:lstStyle/>
        <a:p>
          <a:endParaRPr lang="en-US"/>
        </a:p>
      </dgm:t>
    </dgm:pt>
    <dgm:pt modelId="{AFAB7D23-3E35-47AA-9D6E-2495D7569E6C}">
      <dgm:prSet/>
      <dgm:spPr/>
      <dgm:t>
        <a:bodyPr/>
        <a:lstStyle/>
        <a:p>
          <a:pPr>
            <a:defRPr cap="all"/>
          </a:pPr>
          <a:r>
            <a:rPr lang="en-US"/>
            <a:t>Ensure global coverage when needed through distributed teams.</a:t>
          </a:r>
        </a:p>
      </dgm:t>
    </dgm:pt>
    <dgm:pt modelId="{4A663F64-3191-4E16-A892-F58EA7878689}" type="parTrans" cxnId="{60D53CA4-B8AC-4F8D-AE05-A00745FD90AA}">
      <dgm:prSet/>
      <dgm:spPr/>
      <dgm:t>
        <a:bodyPr/>
        <a:lstStyle/>
        <a:p>
          <a:endParaRPr lang="en-US"/>
        </a:p>
      </dgm:t>
    </dgm:pt>
    <dgm:pt modelId="{12108FE5-E056-4201-8E8D-C0E4E9A4D23B}" type="sibTrans" cxnId="{60D53CA4-B8AC-4F8D-AE05-A00745FD90AA}">
      <dgm:prSet/>
      <dgm:spPr/>
      <dgm:t>
        <a:bodyPr/>
        <a:lstStyle/>
        <a:p>
          <a:endParaRPr lang="en-US"/>
        </a:p>
      </dgm:t>
    </dgm:pt>
    <dgm:pt modelId="{FF5EFA01-8387-4E8B-8C81-5A7DD442CDB3}">
      <dgm:prSet/>
      <dgm:spPr/>
      <dgm:t>
        <a:bodyPr/>
        <a:lstStyle/>
        <a:p>
          <a:pPr>
            <a:defRPr cap="all"/>
          </a:pPr>
          <a:r>
            <a:rPr lang="en-US"/>
            <a:t>Review and refine schedules regularly.</a:t>
          </a:r>
        </a:p>
      </dgm:t>
    </dgm:pt>
    <dgm:pt modelId="{3D59C30A-4C39-48A3-B4EA-E70194DAE77C}" type="parTrans" cxnId="{75ACBAB3-941C-408B-A16C-CA28310E6CCC}">
      <dgm:prSet/>
      <dgm:spPr/>
      <dgm:t>
        <a:bodyPr/>
        <a:lstStyle/>
        <a:p>
          <a:endParaRPr lang="en-US"/>
        </a:p>
      </dgm:t>
    </dgm:pt>
    <dgm:pt modelId="{A50E8EF1-FC4C-48D9-AF11-98808C3CD31F}" type="sibTrans" cxnId="{75ACBAB3-941C-408B-A16C-CA28310E6CCC}">
      <dgm:prSet/>
      <dgm:spPr/>
      <dgm:t>
        <a:bodyPr/>
        <a:lstStyle/>
        <a:p>
          <a:endParaRPr lang="en-US"/>
        </a:p>
      </dgm:t>
    </dgm:pt>
    <dgm:pt modelId="{F7E46F83-31C0-4A6F-8341-DC2A6042343A}" type="pres">
      <dgm:prSet presAssocID="{B4A30EBE-C842-4DC6-B213-D4F425AC2B41}" presName="root" presStyleCnt="0">
        <dgm:presLayoutVars>
          <dgm:dir/>
          <dgm:resizeHandles val="exact"/>
        </dgm:presLayoutVars>
      </dgm:prSet>
      <dgm:spPr/>
    </dgm:pt>
    <dgm:pt modelId="{AD06BD41-CD24-447B-A6C2-E8C6D07EB84B}" type="pres">
      <dgm:prSet presAssocID="{FE72C032-7194-41CD-9DDE-1989EA1CE5B3}" presName="compNode" presStyleCnt="0"/>
      <dgm:spPr/>
    </dgm:pt>
    <dgm:pt modelId="{616E2C97-DDBF-471A-93FE-520C5849990C}" type="pres">
      <dgm:prSet presAssocID="{FE72C032-7194-41CD-9DDE-1989EA1CE5B3}" presName="iconBgRect" presStyleLbl="bgShp" presStyleIdx="0" presStyleCnt="5"/>
      <dgm:spPr/>
    </dgm:pt>
    <dgm:pt modelId="{0466A16C-5924-49EF-B144-E16D4343F53A}" type="pres">
      <dgm:prSet presAssocID="{FE72C032-7194-41CD-9DDE-1989EA1CE5B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0B21B4D-1F65-468A-A599-A5907A1ACFB1}" type="pres">
      <dgm:prSet presAssocID="{FE72C032-7194-41CD-9DDE-1989EA1CE5B3}" presName="spaceRect" presStyleCnt="0"/>
      <dgm:spPr/>
    </dgm:pt>
    <dgm:pt modelId="{BE4C3883-8081-49E2-AB97-227F37D3E5D9}" type="pres">
      <dgm:prSet presAssocID="{FE72C032-7194-41CD-9DDE-1989EA1CE5B3}" presName="textRect" presStyleLbl="revTx" presStyleIdx="0" presStyleCnt="5">
        <dgm:presLayoutVars>
          <dgm:chMax val="1"/>
          <dgm:chPref val="1"/>
        </dgm:presLayoutVars>
      </dgm:prSet>
      <dgm:spPr/>
    </dgm:pt>
    <dgm:pt modelId="{E32222B2-A4CE-4B1E-A113-47A4EBC92D01}" type="pres">
      <dgm:prSet presAssocID="{0298129F-78A2-441C-8952-FC9D50E846DA}" presName="sibTrans" presStyleCnt="0"/>
      <dgm:spPr/>
    </dgm:pt>
    <dgm:pt modelId="{F85B9225-E520-4C31-9FE5-FC2D5B40CDF8}" type="pres">
      <dgm:prSet presAssocID="{B18E8F5D-FAF9-4A71-8FB9-80B02C5FF585}" presName="compNode" presStyleCnt="0"/>
      <dgm:spPr/>
    </dgm:pt>
    <dgm:pt modelId="{9B9F05FC-910B-446F-B51D-36DC33C50A17}" type="pres">
      <dgm:prSet presAssocID="{B18E8F5D-FAF9-4A71-8FB9-80B02C5FF585}" presName="iconBgRect" presStyleLbl="bgShp" presStyleIdx="1" presStyleCnt="5"/>
      <dgm:spPr/>
    </dgm:pt>
    <dgm:pt modelId="{1ABFDD87-3EDA-4929-B8BC-6B0F774A0A54}" type="pres">
      <dgm:prSet presAssocID="{B18E8F5D-FAF9-4A71-8FB9-80B02C5FF58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with solid fill"/>
        </a:ext>
      </dgm:extLst>
    </dgm:pt>
    <dgm:pt modelId="{5D0EEDB5-B4FA-4623-A5BF-7C49BFE1C790}" type="pres">
      <dgm:prSet presAssocID="{B18E8F5D-FAF9-4A71-8FB9-80B02C5FF585}" presName="spaceRect" presStyleCnt="0"/>
      <dgm:spPr/>
    </dgm:pt>
    <dgm:pt modelId="{526467DD-7AC2-4E7F-B798-1C130955D6EE}" type="pres">
      <dgm:prSet presAssocID="{B18E8F5D-FAF9-4A71-8FB9-80B02C5FF585}" presName="textRect" presStyleLbl="revTx" presStyleIdx="1" presStyleCnt="5">
        <dgm:presLayoutVars>
          <dgm:chMax val="1"/>
          <dgm:chPref val="1"/>
        </dgm:presLayoutVars>
      </dgm:prSet>
      <dgm:spPr/>
    </dgm:pt>
    <dgm:pt modelId="{C275D1E5-D4AE-448B-9A6D-3665DE78C6EB}" type="pres">
      <dgm:prSet presAssocID="{73B05DC6-8C8D-4A57-B658-F738284875F3}" presName="sibTrans" presStyleCnt="0"/>
      <dgm:spPr/>
    </dgm:pt>
    <dgm:pt modelId="{E4D9B489-E846-4042-A14F-C232A79A3990}" type="pres">
      <dgm:prSet presAssocID="{491155C3-8E36-45B0-8F9C-F9128E45A3F1}" presName="compNode" presStyleCnt="0"/>
      <dgm:spPr/>
    </dgm:pt>
    <dgm:pt modelId="{94D9DB92-F796-476A-A7EC-557C9FD41E33}" type="pres">
      <dgm:prSet presAssocID="{491155C3-8E36-45B0-8F9C-F9128E45A3F1}" presName="iconBgRect" presStyleLbl="bgShp" presStyleIdx="2" presStyleCnt="5"/>
      <dgm:spPr/>
    </dgm:pt>
    <dgm:pt modelId="{6F5E8426-864F-40D0-B75C-5929EA6AFE40}" type="pres">
      <dgm:prSet presAssocID="{491155C3-8E36-45B0-8F9C-F9128E45A3F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A09AA6DE-4E3B-44E7-99B7-6B69B9CA275D}" type="pres">
      <dgm:prSet presAssocID="{491155C3-8E36-45B0-8F9C-F9128E45A3F1}" presName="spaceRect" presStyleCnt="0"/>
      <dgm:spPr/>
    </dgm:pt>
    <dgm:pt modelId="{22D9A87F-1AD5-4A65-ACB2-D9F0118EF8D9}" type="pres">
      <dgm:prSet presAssocID="{491155C3-8E36-45B0-8F9C-F9128E45A3F1}" presName="textRect" presStyleLbl="revTx" presStyleIdx="2" presStyleCnt="5">
        <dgm:presLayoutVars>
          <dgm:chMax val="1"/>
          <dgm:chPref val="1"/>
        </dgm:presLayoutVars>
      </dgm:prSet>
      <dgm:spPr/>
    </dgm:pt>
    <dgm:pt modelId="{92FC8684-C379-4F96-9B21-64D317F058B2}" type="pres">
      <dgm:prSet presAssocID="{329E7B99-BAB5-4F90-813E-D71FA58BDA2C}" presName="sibTrans" presStyleCnt="0"/>
      <dgm:spPr/>
    </dgm:pt>
    <dgm:pt modelId="{39CE3FDC-B9F8-4C15-871B-F743FC193559}" type="pres">
      <dgm:prSet presAssocID="{AFAB7D23-3E35-47AA-9D6E-2495D7569E6C}" presName="compNode" presStyleCnt="0"/>
      <dgm:spPr/>
    </dgm:pt>
    <dgm:pt modelId="{5D526E88-AB56-47C3-8A8D-6645AD20FE7F}" type="pres">
      <dgm:prSet presAssocID="{AFAB7D23-3E35-47AA-9D6E-2495D7569E6C}" presName="iconBgRect" presStyleLbl="bgShp" presStyleIdx="3" presStyleCnt="5"/>
      <dgm:spPr/>
    </dgm:pt>
    <dgm:pt modelId="{2C7324CD-ED3B-4CE1-AD48-9F6A4283B826}" type="pres">
      <dgm:prSet presAssocID="{AFAB7D23-3E35-47AA-9D6E-2495D7569E6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C3066CD7-0419-4D6D-B62E-A4F2FC4C174B}" type="pres">
      <dgm:prSet presAssocID="{AFAB7D23-3E35-47AA-9D6E-2495D7569E6C}" presName="spaceRect" presStyleCnt="0"/>
      <dgm:spPr/>
    </dgm:pt>
    <dgm:pt modelId="{76A86DFF-3273-4DC8-8F8A-25E45A49F613}" type="pres">
      <dgm:prSet presAssocID="{AFAB7D23-3E35-47AA-9D6E-2495D7569E6C}" presName="textRect" presStyleLbl="revTx" presStyleIdx="3" presStyleCnt="5">
        <dgm:presLayoutVars>
          <dgm:chMax val="1"/>
          <dgm:chPref val="1"/>
        </dgm:presLayoutVars>
      </dgm:prSet>
      <dgm:spPr/>
    </dgm:pt>
    <dgm:pt modelId="{8145F89D-865C-425A-85C7-7E8E30BC3CCF}" type="pres">
      <dgm:prSet presAssocID="{12108FE5-E056-4201-8E8D-C0E4E9A4D23B}" presName="sibTrans" presStyleCnt="0"/>
      <dgm:spPr/>
    </dgm:pt>
    <dgm:pt modelId="{B5EAA199-D6A1-4EA9-A815-0FA38D0B4565}" type="pres">
      <dgm:prSet presAssocID="{FF5EFA01-8387-4E8B-8C81-5A7DD442CDB3}" presName="compNode" presStyleCnt="0"/>
      <dgm:spPr/>
    </dgm:pt>
    <dgm:pt modelId="{A1AA5812-0E12-4320-8700-D10869524BD7}" type="pres">
      <dgm:prSet presAssocID="{FF5EFA01-8387-4E8B-8C81-5A7DD442CDB3}" presName="iconBgRect" presStyleLbl="bgShp" presStyleIdx="4" presStyleCnt="5"/>
      <dgm:spPr/>
    </dgm:pt>
    <dgm:pt modelId="{DBAB8679-91A9-48C6-8E66-C68B146D0E26}" type="pres">
      <dgm:prSet presAssocID="{FF5EFA01-8387-4E8B-8C81-5A7DD442CDB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C54320F8-1184-40FB-9B78-8B9BBBD33F8C}" type="pres">
      <dgm:prSet presAssocID="{FF5EFA01-8387-4E8B-8C81-5A7DD442CDB3}" presName="spaceRect" presStyleCnt="0"/>
      <dgm:spPr/>
    </dgm:pt>
    <dgm:pt modelId="{3DA71F89-A735-4B6D-96A8-50800E6D5285}" type="pres">
      <dgm:prSet presAssocID="{FF5EFA01-8387-4E8B-8C81-5A7DD442CDB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7ADBE04-9CB3-43EF-8428-922A77F2579D}" type="presOf" srcId="{FF5EFA01-8387-4E8B-8C81-5A7DD442CDB3}" destId="{3DA71F89-A735-4B6D-96A8-50800E6D5285}" srcOrd="0" destOrd="0" presId="urn:microsoft.com/office/officeart/2018/5/layout/IconCircleLabelList"/>
    <dgm:cxn modelId="{0F2CD32E-559E-40A3-B8DA-7001DC65E0DE}" type="presOf" srcId="{B4A30EBE-C842-4DC6-B213-D4F425AC2B41}" destId="{F7E46F83-31C0-4A6F-8341-DC2A6042343A}" srcOrd="0" destOrd="0" presId="urn:microsoft.com/office/officeart/2018/5/layout/IconCircleLabelList"/>
    <dgm:cxn modelId="{19372B46-7B2B-4A09-ABCF-FE840704F2A4}" type="presOf" srcId="{491155C3-8E36-45B0-8F9C-F9128E45A3F1}" destId="{22D9A87F-1AD5-4A65-ACB2-D9F0118EF8D9}" srcOrd="0" destOrd="0" presId="urn:microsoft.com/office/officeart/2018/5/layout/IconCircleLabelList"/>
    <dgm:cxn modelId="{5A845180-B390-4838-A135-596774FE3F40}" srcId="{B4A30EBE-C842-4DC6-B213-D4F425AC2B41}" destId="{FE72C032-7194-41CD-9DDE-1989EA1CE5B3}" srcOrd="0" destOrd="0" parTransId="{477809A4-7BBD-4D02-ACE7-FAB3CCC18471}" sibTransId="{0298129F-78A2-441C-8952-FC9D50E846DA}"/>
    <dgm:cxn modelId="{A9EA6999-3F85-4D2B-A663-D42304CFED56}" srcId="{B4A30EBE-C842-4DC6-B213-D4F425AC2B41}" destId="{B18E8F5D-FAF9-4A71-8FB9-80B02C5FF585}" srcOrd="1" destOrd="0" parTransId="{A0B19389-1F34-4477-9B8B-00D13B7D3DF4}" sibTransId="{73B05DC6-8C8D-4A57-B658-F738284875F3}"/>
    <dgm:cxn modelId="{60D53CA4-B8AC-4F8D-AE05-A00745FD90AA}" srcId="{B4A30EBE-C842-4DC6-B213-D4F425AC2B41}" destId="{AFAB7D23-3E35-47AA-9D6E-2495D7569E6C}" srcOrd="3" destOrd="0" parTransId="{4A663F64-3191-4E16-A892-F58EA7878689}" sibTransId="{12108FE5-E056-4201-8E8D-C0E4E9A4D23B}"/>
    <dgm:cxn modelId="{275D7DB1-2C6A-4BB6-ACE6-E35957AC8C4E}" type="presOf" srcId="{FE72C032-7194-41CD-9DDE-1989EA1CE5B3}" destId="{BE4C3883-8081-49E2-AB97-227F37D3E5D9}" srcOrd="0" destOrd="0" presId="urn:microsoft.com/office/officeart/2018/5/layout/IconCircleLabelList"/>
    <dgm:cxn modelId="{75ACBAB3-941C-408B-A16C-CA28310E6CCC}" srcId="{B4A30EBE-C842-4DC6-B213-D4F425AC2B41}" destId="{FF5EFA01-8387-4E8B-8C81-5A7DD442CDB3}" srcOrd="4" destOrd="0" parTransId="{3D59C30A-4C39-48A3-B4EA-E70194DAE77C}" sibTransId="{A50E8EF1-FC4C-48D9-AF11-98808C3CD31F}"/>
    <dgm:cxn modelId="{D33517B9-B17E-476E-9FCC-57AF986FD8B8}" srcId="{B4A30EBE-C842-4DC6-B213-D4F425AC2B41}" destId="{491155C3-8E36-45B0-8F9C-F9128E45A3F1}" srcOrd="2" destOrd="0" parTransId="{B55925E7-9382-4DDA-81F7-7D3E76F062CB}" sibTransId="{329E7B99-BAB5-4F90-813E-D71FA58BDA2C}"/>
    <dgm:cxn modelId="{D24206D3-4C15-4616-91C6-3F8B71CF5BC8}" type="presOf" srcId="{B18E8F5D-FAF9-4A71-8FB9-80B02C5FF585}" destId="{526467DD-7AC2-4E7F-B798-1C130955D6EE}" srcOrd="0" destOrd="0" presId="urn:microsoft.com/office/officeart/2018/5/layout/IconCircleLabelList"/>
    <dgm:cxn modelId="{2DAFB3F8-6BCF-48F8-A073-C47AF0B6607C}" type="presOf" srcId="{AFAB7D23-3E35-47AA-9D6E-2495D7569E6C}" destId="{76A86DFF-3273-4DC8-8F8A-25E45A49F613}" srcOrd="0" destOrd="0" presId="urn:microsoft.com/office/officeart/2018/5/layout/IconCircleLabelList"/>
    <dgm:cxn modelId="{73DF7D46-C4FC-47B5-9E84-A6720AED4299}" type="presParOf" srcId="{F7E46F83-31C0-4A6F-8341-DC2A6042343A}" destId="{AD06BD41-CD24-447B-A6C2-E8C6D07EB84B}" srcOrd="0" destOrd="0" presId="urn:microsoft.com/office/officeart/2018/5/layout/IconCircleLabelList"/>
    <dgm:cxn modelId="{8656B521-90F7-4EA9-AA14-24381FAE05A4}" type="presParOf" srcId="{AD06BD41-CD24-447B-A6C2-E8C6D07EB84B}" destId="{616E2C97-DDBF-471A-93FE-520C5849990C}" srcOrd="0" destOrd="0" presId="urn:microsoft.com/office/officeart/2018/5/layout/IconCircleLabelList"/>
    <dgm:cxn modelId="{FCDD6FC4-8232-45E9-B31D-A8BDC6F973DB}" type="presParOf" srcId="{AD06BD41-CD24-447B-A6C2-E8C6D07EB84B}" destId="{0466A16C-5924-49EF-B144-E16D4343F53A}" srcOrd="1" destOrd="0" presId="urn:microsoft.com/office/officeart/2018/5/layout/IconCircleLabelList"/>
    <dgm:cxn modelId="{8D7BFDBF-9DD0-4A7D-A802-B480F1A20F31}" type="presParOf" srcId="{AD06BD41-CD24-447B-A6C2-E8C6D07EB84B}" destId="{D0B21B4D-1F65-468A-A599-A5907A1ACFB1}" srcOrd="2" destOrd="0" presId="urn:microsoft.com/office/officeart/2018/5/layout/IconCircleLabelList"/>
    <dgm:cxn modelId="{F7E0866C-11BE-4729-A756-043D9F8FA13B}" type="presParOf" srcId="{AD06BD41-CD24-447B-A6C2-E8C6D07EB84B}" destId="{BE4C3883-8081-49E2-AB97-227F37D3E5D9}" srcOrd="3" destOrd="0" presId="urn:microsoft.com/office/officeart/2018/5/layout/IconCircleLabelList"/>
    <dgm:cxn modelId="{1A36CC26-40B6-4C47-AC18-7DE7DC5BB7D9}" type="presParOf" srcId="{F7E46F83-31C0-4A6F-8341-DC2A6042343A}" destId="{E32222B2-A4CE-4B1E-A113-47A4EBC92D01}" srcOrd="1" destOrd="0" presId="urn:microsoft.com/office/officeart/2018/5/layout/IconCircleLabelList"/>
    <dgm:cxn modelId="{0157C9B0-BD8F-40C1-BE31-DF944A24BA27}" type="presParOf" srcId="{F7E46F83-31C0-4A6F-8341-DC2A6042343A}" destId="{F85B9225-E520-4C31-9FE5-FC2D5B40CDF8}" srcOrd="2" destOrd="0" presId="urn:microsoft.com/office/officeart/2018/5/layout/IconCircleLabelList"/>
    <dgm:cxn modelId="{FD0E6D0E-7539-4B23-8DBC-1A890300D3CC}" type="presParOf" srcId="{F85B9225-E520-4C31-9FE5-FC2D5B40CDF8}" destId="{9B9F05FC-910B-446F-B51D-36DC33C50A17}" srcOrd="0" destOrd="0" presId="urn:microsoft.com/office/officeart/2018/5/layout/IconCircleLabelList"/>
    <dgm:cxn modelId="{3DCF72F1-7F51-428E-9FB4-6BF4E533E0C9}" type="presParOf" srcId="{F85B9225-E520-4C31-9FE5-FC2D5B40CDF8}" destId="{1ABFDD87-3EDA-4929-B8BC-6B0F774A0A54}" srcOrd="1" destOrd="0" presId="urn:microsoft.com/office/officeart/2018/5/layout/IconCircleLabelList"/>
    <dgm:cxn modelId="{23745DD0-2860-49DF-8088-1F44AB001E5A}" type="presParOf" srcId="{F85B9225-E520-4C31-9FE5-FC2D5B40CDF8}" destId="{5D0EEDB5-B4FA-4623-A5BF-7C49BFE1C790}" srcOrd="2" destOrd="0" presId="urn:microsoft.com/office/officeart/2018/5/layout/IconCircleLabelList"/>
    <dgm:cxn modelId="{C08C2983-B569-44FB-9F18-EDD57E6B6FFB}" type="presParOf" srcId="{F85B9225-E520-4C31-9FE5-FC2D5B40CDF8}" destId="{526467DD-7AC2-4E7F-B798-1C130955D6EE}" srcOrd="3" destOrd="0" presId="urn:microsoft.com/office/officeart/2018/5/layout/IconCircleLabelList"/>
    <dgm:cxn modelId="{5A73C550-ADBF-4453-959D-F6367A06636C}" type="presParOf" srcId="{F7E46F83-31C0-4A6F-8341-DC2A6042343A}" destId="{C275D1E5-D4AE-448B-9A6D-3665DE78C6EB}" srcOrd="3" destOrd="0" presId="urn:microsoft.com/office/officeart/2018/5/layout/IconCircleLabelList"/>
    <dgm:cxn modelId="{EAB91E3F-358F-4283-8689-02153C4E8D02}" type="presParOf" srcId="{F7E46F83-31C0-4A6F-8341-DC2A6042343A}" destId="{E4D9B489-E846-4042-A14F-C232A79A3990}" srcOrd="4" destOrd="0" presId="urn:microsoft.com/office/officeart/2018/5/layout/IconCircleLabelList"/>
    <dgm:cxn modelId="{EDD85293-68AF-49EC-9E32-80A201EF32D9}" type="presParOf" srcId="{E4D9B489-E846-4042-A14F-C232A79A3990}" destId="{94D9DB92-F796-476A-A7EC-557C9FD41E33}" srcOrd="0" destOrd="0" presId="urn:microsoft.com/office/officeart/2018/5/layout/IconCircleLabelList"/>
    <dgm:cxn modelId="{FC8250F3-5666-4A17-A468-CF9B59BE6F81}" type="presParOf" srcId="{E4D9B489-E846-4042-A14F-C232A79A3990}" destId="{6F5E8426-864F-40D0-B75C-5929EA6AFE40}" srcOrd="1" destOrd="0" presId="urn:microsoft.com/office/officeart/2018/5/layout/IconCircleLabelList"/>
    <dgm:cxn modelId="{C63672CD-FB86-4290-A26A-B97F88B0DE4B}" type="presParOf" srcId="{E4D9B489-E846-4042-A14F-C232A79A3990}" destId="{A09AA6DE-4E3B-44E7-99B7-6B69B9CA275D}" srcOrd="2" destOrd="0" presId="urn:microsoft.com/office/officeart/2018/5/layout/IconCircleLabelList"/>
    <dgm:cxn modelId="{2E96386E-5E62-43FC-940D-3F8BB7B60A00}" type="presParOf" srcId="{E4D9B489-E846-4042-A14F-C232A79A3990}" destId="{22D9A87F-1AD5-4A65-ACB2-D9F0118EF8D9}" srcOrd="3" destOrd="0" presId="urn:microsoft.com/office/officeart/2018/5/layout/IconCircleLabelList"/>
    <dgm:cxn modelId="{8E64DDF1-FFE1-449D-9F29-ED15F49290E0}" type="presParOf" srcId="{F7E46F83-31C0-4A6F-8341-DC2A6042343A}" destId="{92FC8684-C379-4F96-9B21-64D317F058B2}" srcOrd="5" destOrd="0" presId="urn:microsoft.com/office/officeart/2018/5/layout/IconCircleLabelList"/>
    <dgm:cxn modelId="{E12DB672-D2D3-4F91-B2D0-5F5C84654653}" type="presParOf" srcId="{F7E46F83-31C0-4A6F-8341-DC2A6042343A}" destId="{39CE3FDC-B9F8-4C15-871B-F743FC193559}" srcOrd="6" destOrd="0" presId="urn:microsoft.com/office/officeart/2018/5/layout/IconCircleLabelList"/>
    <dgm:cxn modelId="{4A081D74-EBD4-4790-8245-3F9F5F7329EE}" type="presParOf" srcId="{39CE3FDC-B9F8-4C15-871B-F743FC193559}" destId="{5D526E88-AB56-47C3-8A8D-6645AD20FE7F}" srcOrd="0" destOrd="0" presId="urn:microsoft.com/office/officeart/2018/5/layout/IconCircleLabelList"/>
    <dgm:cxn modelId="{76B57897-9AFA-4AF9-A505-33833392C1A2}" type="presParOf" srcId="{39CE3FDC-B9F8-4C15-871B-F743FC193559}" destId="{2C7324CD-ED3B-4CE1-AD48-9F6A4283B826}" srcOrd="1" destOrd="0" presId="urn:microsoft.com/office/officeart/2018/5/layout/IconCircleLabelList"/>
    <dgm:cxn modelId="{1E142674-2499-4136-83C5-0A1E646159B4}" type="presParOf" srcId="{39CE3FDC-B9F8-4C15-871B-F743FC193559}" destId="{C3066CD7-0419-4D6D-B62E-A4F2FC4C174B}" srcOrd="2" destOrd="0" presId="urn:microsoft.com/office/officeart/2018/5/layout/IconCircleLabelList"/>
    <dgm:cxn modelId="{CF1B7E1C-F769-4E1C-BE4A-0E112E1D9396}" type="presParOf" srcId="{39CE3FDC-B9F8-4C15-871B-F743FC193559}" destId="{76A86DFF-3273-4DC8-8F8A-25E45A49F613}" srcOrd="3" destOrd="0" presId="urn:microsoft.com/office/officeart/2018/5/layout/IconCircleLabelList"/>
    <dgm:cxn modelId="{4B14C7D2-927F-40CF-AFE6-4AD5107482C3}" type="presParOf" srcId="{F7E46F83-31C0-4A6F-8341-DC2A6042343A}" destId="{8145F89D-865C-425A-85C7-7E8E30BC3CCF}" srcOrd="7" destOrd="0" presId="urn:microsoft.com/office/officeart/2018/5/layout/IconCircleLabelList"/>
    <dgm:cxn modelId="{C556ADFE-14F6-4753-A03C-ECF03A2F2327}" type="presParOf" srcId="{F7E46F83-31C0-4A6F-8341-DC2A6042343A}" destId="{B5EAA199-D6A1-4EA9-A815-0FA38D0B4565}" srcOrd="8" destOrd="0" presId="urn:microsoft.com/office/officeart/2018/5/layout/IconCircleLabelList"/>
    <dgm:cxn modelId="{DF244080-FDBD-44F6-8333-E1B7133413BB}" type="presParOf" srcId="{B5EAA199-D6A1-4EA9-A815-0FA38D0B4565}" destId="{A1AA5812-0E12-4320-8700-D10869524BD7}" srcOrd="0" destOrd="0" presId="urn:microsoft.com/office/officeart/2018/5/layout/IconCircleLabelList"/>
    <dgm:cxn modelId="{418C4064-5942-4CBB-807C-6CE21BFE660D}" type="presParOf" srcId="{B5EAA199-D6A1-4EA9-A815-0FA38D0B4565}" destId="{DBAB8679-91A9-48C6-8E66-C68B146D0E26}" srcOrd="1" destOrd="0" presId="urn:microsoft.com/office/officeart/2018/5/layout/IconCircleLabelList"/>
    <dgm:cxn modelId="{21BE704D-4724-49D8-8B53-8DF72F4C9665}" type="presParOf" srcId="{B5EAA199-D6A1-4EA9-A815-0FA38D0B4565}" destId="{C54320F8-1184-40FB-9B78-8B9BBBD33F8C}" srcOrd="2" destOrd="0" presId="urn:microsoft.com/office/officeart/2018/5/layout/IconCircleLabelList"/>
    <dgm:cxn modelId="{4BCB2509-9F2E-47F1-B697-FB9436A2B050}" type="presParOf" srcId="{B5EAA199-D6A1-4EA9-A815-0FA38D0B4565}" destId="{3DA71F89-A735-4B6D-96A8-50800E6D52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D7454-AF20-4377-AA98-D9C807E42C5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952192-93BC-4B0E-9E2E-064777E386CA}">
      <dgm:prSet phldrT="[Text]" phldr="0"/>
      <dgm:spPr/>
      <dgm:t>
        <a:bodyPr/>
        <a:lstStyle/>
        <a:p>
          <a:r>
            <a:rPr lang="en-US" dirty="0"/>
            <a:t>Alert</a:t>
          </a:r>
        </a:p>
      </dgm:t>
    </dgm:pt>
    <dgm:pt modelId="{824D735C-EC6B-4F73-91BB-2D6DEE5F1CAA}" type="parTrans" cxnId="{A69A2CEA-F78B-43BB-88C1-7C69482D4792}">
      <dgm:prSet/>
      <dgm:spPr/>
      <dgm:t>
        <a:bodyPr/>
        <a:lstStyle/>
        <a:p>
          <a:endParaRPr lang="en-US"/>
        </a:p>
      </dgm:t>
    </dgm:pt>
    <dgm:pt modelId="{A9DC1105-BAA7-48A8-B149-E30188C102A6}" type="sibTrans" cxnId="{A69A2CEA-F78B-43BB-88C1-7C69482D4792}">
      <dgm:prSet/>
      <dgm:spPr/>
      <dgm:t>
        <a:bodyPr/>
        <a:lstStyle/>
        <a:p>
          <a:endParaRPr lang="en-US"/>
        </a:p>
      </dgm:t>
    </dgm:pt>
    <dgm:pt modelId="{798C7852-855A-4EE8-9574-FD9D42E07BAC}">
      <dgm:prSet phldrT="[Text]" phldr="0"/>
      <dgm:spPr/>
      <dgm:t>
        <a:bodyPr/>
        <a:lstStyle/>
        <a:p>
          <a:r>
            <a:rPr lang="en-US" dirty="0"/>
            <a:t>Diagnose</a:t>
          </a:r>
        </a:p>
      </dgm:t>
    </dgm:pt>
    <dgm:pt modelId="{DBD00EE3-9D08-4E1F-8FF4-907A711F458E}" type="parTrans" cxnId="{F21B9D21-CFD2-4950-883D-D362D7C0EF7D}">
      <dgm:prSet/>
      <dgm:spPr/>
      <dgm:t>
        <a:bodyPr/>
        <a:lstStyle/>
        <a:p>
          <a:endParaRPr lang="en-US"/>
        </a:p>
      </dgm:t>
    </dgm:pt>
    <dgm:pt modelId="{95815FB4-D818-438D-9E81-BD5D8D9454A2}" type="sibTrans" cxnId="{F21B9D21-CFD2-4950-883D-D362D7C0EF7D}">
      <dgm:prSet/>
      <dgm:spPr/>
      <dgm:t>
        <a:bodyPr/>
        <a:lstStyle/>
        <a:p>
          <a:endParaRPr lang="en-US"/>
        </a:p>
      </dgm:t>
    </dgm:pt>
    <dgm:pt modelId="{5CE2A9B1-4074-4A17-9AB7-C7334685B4FC}">
      <dgm:prSet phldrT="[Text]" phldr="0"/>
      <dgm:spPr/>
      <dgm:t>
        <a:bodyPr/>
        <a:lstStyle/>
        <a:p>
          <a:r>
            <a:rPr lang="en-US" dirty="0"/>
            <a:t>Mitigate</a:t>
          </a:r>
        </a:p>
      </dgm:t>
    </dgm:pt>
    <dgm:pt modelId="{7DB0B88E-B8A2-46ED-B74E-9264B56BC7D0}" type="parTrans" cxnId="{15781367-9745-49B0-AEF2-AD4AD2FA8F40}">
      <dgm:prSet/>
      <dgm:spPr/>
      <dgm:t>
        <a:bodyPr/>
        <a:lstStyle/>
        <a:p>
          <a:endParaRPr lang="en-US"/>
        </a:p>
      </dgm:t>
    </dgm:pt>
    <dgm:pt modelId="{83E2879D-8C79-4F55-9476-E4D67C09A028}" type="sibTrans" cxnId="{15781367-9745-49B0-AEF2-AD4AD2FA8F40}">
      <dgm:prSet/>
      <dgm:spPr/>
      <dgm:t>
        <a:bodyPr/>
        <a:lstStyle/>
        <a:p>
          <a:endParaRPr lang="en-US"/>
        </a:p>
      </dgm:t>
    </dgm:pt>
    <dgm:pt modelId="{BDAF0711-AF6E-45B9-ADED-D21197B54AF2}">
      <dgm:prSet phldrT="[Text]" phldr="0"/>
      <dgm:spPr/>
      <dgm:t>
        <a:bodyPr/>
        <a:lstStyle/>
        <a:p>
          <a:r>
            <a:rPr lang="en-US" dirty="0"/>
            <a:t>Document</a:t>
          </a:r>
        </a:p>
      </dgm:t>
    </dgm:pt>
    <dgm:pt modelId="{EC7FE041-8AA7-4F2D-8221-D71EA80649CC}" type="parTrans" cxnId="{1574D93A-411B-4DD5-8335-A64A34C85811}">
      <dgm:prSet/>
      <dgm:spPr/>
      <dgm:t>
        <a:bodyPr/>
        <a:lstStyle/>
        <a:p>
          <a:endParaRPr lang="en-US"/>
        </a:p>
      </dgm:t>
    </dgm:pt>
    <dgm:pt modelId="{3CDD24BA-9179-4206-A3D6-14ED9A118065}" type="sibTrans" cxnId="{1574D93A-411B-4DD5-8335-A64A34C85811}">
      <dgm:prSet/>
      <dgm:spPr/>
      <dgm:t>
        <a:bodyPr/>
        <a:lstStyle/>
        <a:p>
          <a:endParaRPr lang="en-US"/>
        </a:p>
      </dgm:t>
    </dgm:pt>
    <dgm:pt modelId="{5131841F-7F5C-42A1-B1A1-9318B32FA5EC}">
      <dgm:prSet phldrT="[Text]" phldr="0"/>
      <dgm:spPr/>
      <dgm:t>
        <a:bodyPr/>
        <a:lstStyle/>
        <a:p>
          <a:r>
            <a:rPr lang="en-US" dirty="0"/>
            <a:t>Postmortem</a:t>
          </a:r>
        </a:p>
      </dgm:t>
    </dgm:pt>
    <dgm:pt modelId="{A15E44B2-3092-4741-83FB-83C93AC15AF7}" type="parTrans" cxnId="{CA5265A1-907C-4A43-9754-98CAFD77AF38}">
      <dgm:prSet/>
      <dgm:spPr/>
      <dgm:t>
        <a:bodyPr/>
        <a:lstStyle/>
        <a:p>
          <a:endParaRPr lang="en-US"/>
        </a:p>
      </dgm:t>
    </dgm:pt>
    <dgm:pt modelId="{6C466091-A2FF-41CA-A157-4B82AED600B4}" type="sibTrans" cxnId="{CA5265A1-907C-4A43-9754-98CAFD77AF38}">
      <dgm:prSet/>
      <dgm:spPr/>
      <dgm:t>
        <a:bodyPr/>
        <a:lstStyle/>
        <a:p>
          <a:endParaRPr lang="en-US"/>
        </a:p>
      </dgm:t>
    </dgm:pt>
    <dgm:pt modelId="{D3DBD19F-64E1-4F74-9A79-E762B86E743F}" type="pres">
      <dgm:prSet presAssocID="{95BD7454-AF20-4377-AA98-D9C807E42C58}" presName="Name0" presStyleCnt="0">
        <dgm:presLayoutVars>
          <dgm:dir/>
          <dgm:animLvl val="lvl"/>
          <dgm:resizeHandles val="exact"/>
        </dgm:presLayoutVars>
      </dgm:prSet>
      <dgm:spPr/>
    </dgm:pt>
    <dgm:pt modelId="{6B38F5E7-931D-4B19-8F6B-D5A95AFC4EB4}" type="pres">
      <dgm:prSet presAssocID="{CC952192-93BC-4B0E-9E2E-064777E386CA}" presName="linNode" presStyleCnt="0"/>
      <dgm:spPr/>
    </dgm:pt>
    <dgm:pt modelId="{86B4366B-D6EE-4A79-8C70-1828EC670AB1}" type="pres">
      <dgm:prSet presAssocID="{CC952192-93BC-4B0E-9E2E-064777E386CA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13A785B2-BE98-4894-8A70-A3F18AD1693A}" type="pres">
      <dgm:prSet presAssocID="{A9DC1105-BAA7-48A8-B149-E30188C102A6}" presName="sp" presStyleCnt="0"/>
      <dgm:spPr/>
    </dgm:pt>
    <dgm:pt modelId="{63DC2882-E024-453E-8F1B-E5731CEF9885}" type="pres">
      <dgm:prSet presAssocID="{798C7852-855A-4EE8-9574-FD9D42E07BAC}" presName="linNode" presStyleCnt="0"/>
      <dgm:spPr/>
    </dgm:pt>
    <dgm:pt modelId="{0811E5A8-EEC2-4CC1-85D0-E1E7DDDC0D3F}" type="pres">
      <dgm:prSet presAssocID="{798C7852-855A-4EE8-9574-FD9D42E07BAC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457B09C-FD96-480A-B62E-E30C4083378F}" type="pres">
      <dgm:prSet presAssocID="{95815FB4-D818-438D-9E81-BD5D8D9454A2}" presName="sp" presStyleCnt="0"/>
      <dgm:spPr/>
    </dgm:pt>
    <dgm:pt modelId="{7905C3E4-DDB4-43F3-8618-0FB313179D39}" type="pres">
      <dgm:prSet presAssocID="{5CE2A9B1-4074-4A17-9AB7-C7334685B4FC}" presName="linNode" presStyleCnt="0"/>
      <dgm:spPr/>
    </dgm:pt>
    <dgm:pt modelId="{60BD68B5-4C3D-46D9-80D8-9C5CAC438C70}" type="pres">
      <dgm:prSet presAssocID="{5CE2A9B1-4074-4A17-9AB7-C7334685B4F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F39E575E-CBBA-476B-853E-AAA163F41A5D}" type="pres">
      <dgm:prSet presAssocID="{83E2879D-8C79-4F55-9476-E4D67C09A028}" presName="sp" presStyleCnt="0"/>
      <dgm:spPr/>
    </dgm:pt>
    <dgm:pt modelId="{7731E38A-C93E-47AE-AB3F-41C45699B8E8}" type="pres">
      <dgm:prSet presAssocID="{BDAF0711-AF6E-45B9-ADED-D21197B54AF2}" presName="linNode" presStyleCnt="0"/>
      <dgm:spPr/>
    </dgm:pt>
    <dgm:pt modelId="{1AC29E50-80D5-4A8A-88D3-B2C5ED84DE05}" type="pres">
      <dgm:prSet presAssocID="{BDAF0711-AF6E-45B9-ADED-D21197B54AF2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8FB114D-8C9F-490B-90A6-0A16C1E198A2}" type="pres">
      <dgm:prSet presAssocID="{3CDD24BA-9179-4206-A3D6-14ED9A118065}" presName="sp" presStyleCnt="0"/>
      <dgm:spPr/>
    </dgm:pt>
    <dgm:pt modelId="{9DB6A2EC-CCB2-48B4-B409-13A624369B82}" type="pres">
      <dgm:prSet presAssocID="{5131841F-7F5C-42A1-B1A1-9318B32FA5EC}" presName="linNode" presStyleCnt="0"/>
      <dgm:spPr/>
    </dgm:pt>
    <dgm:pt modelId="{21E4560D-B510-4F77-87DA-E30CCFDFBFFD}" type="pres">
      <dgm:prSet presAssocID="{5131841F-7F5C-42A1-B1A1-9318B32FA5EC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31263403-A8BD-47FC-B504-BA5AC9AF11C0}" type="presOf" srcId="{5CE2A9B1-4074-4A17-9AB7-C7334685B4FC}" destId="{60BD68B5-4C3D-46D9-80D8-9C5CAC438C70}" srcOrd="0" destOrd="0" presId="urn:microsoft.com/office/officeart/2005/8/layout/vList5"/>
    <dgm:cxn modelId="{F21B9D21-CFD2-4950-883D-D362D7C0EF7D}" srcId="{95BD7454-AF20-4377-AA98-D9C807E42C58}" destId="{798C7852-855A-4EE8-9574-FD9D42E07BAC}" srcOrd="1" destOrd="0" parTransId="{DBD00EE3-9D08-4E1F-8FF4-907A711F458E}" sibTransId="{95815FB4-D818-438D-9E81-BD5D8D9454A2}"/>
    <dgm:cxn modelId="{1574D93A-411B-4DD5-8335-A64A34C85811}" srcId="{95BD7454-AF20-4377-AA98-D9C807E42C58}" destId="{BDAF0711-AF6E-45B9-ADED-D21197B54AF2}" srcOrd="3" destOrd="0" parTransId="{EC7FE041-8AA7-4F2D-8221-D71EA80649CC}" sibTransId="{3CDD24BA-9179-4206-A3D6-14ED9A118065}"/>
    <dgm:cxn modelId="{15781367-9745-49B0-AEF2-AD4AD2FA8F40}" srcId="{95BD7454-AF20-4377-AA98-D9C807E42C58}" destId="{5CE2A9B1-4074-4A17-9AB7-C7334685B4FC}" srcOrd="2" destOrd="0" parTransId="{7DB0B88E-B8A2-46ED-B74E-9264B56BC7D0}" sibTransId="{83E2879D-8C79-4F55-9476-E4D67C09A028}"/>
    <dgm:cxn modelId="{0661D682-8D58-4FC7-99EA-8C52C509ED90}" type="presOf" srcId="{5131841F-7F5C-42A1-B1A1-9318B32FA5EC}" destId="{21E4560D-B510-4F77-87DA-E30CCFDFBFFD}" srcOrd="0" destOrd="0" presId="urn:microsoft.com/office/officeart/2005/8/layout/vList5"/>
    <dgm:cxn modelId="{F1DB9883-2104-4148-8039-E9ECAAD3D1D9}" type="presOf" srcId="{CC952192-93BC-4B0E-9E2E-064777E386CA}" destId="{86B4366B-D6EE-4A79-8C70-1828EC670AB1}" srcOrd="0" destOrd="0" presId="urn:microsoft.com/office/officeart/2005/8/layout/vList5"/>
    <dgm:cxn modelId="{657F0394-BD1C-487E-BA8D-030B699F9427}" type="presOf" srcId="{798C7852-855A-4EE8-9574-FD9D42E07BAC}" destId="{0811E5A8-EEC2-4CC1-85D0-E1E7DDDC0D3F}" srcOrd="0" destOrd="0" presId="urn:microsoft.com/office/officeart/2005/8/layout/vList5"/>
    <dgm:cxn modelId="{CA5265A1-907C-4A43-9754-98CAFD77AF38}" srcId="{95BD7454-AF20-4377-AA98-D9C807E42C58}" destId="{5131841F-7F5C-42A1-B1A1-9318B32FA5EC}" srcOrd="4" destOrd="0" parTransId="{A15E44B2-3092-4741-83FB-83C93AC15AF7}" sibTransId="{6C466091-A2FF-41CA-A157-4B82AED600B4}"/>
    <dgm:cxn modelId="{B1F55AA5-10DA-47D6-B1A6-3E7D230B3F35}" type="presOf" srcId="{BDAF0711-AF6E-45B9-ADED-D21197B54AF2}" destId="{1AC29E50-80D5-4A8A-88D3-B2C5ED84DE05}" srcOrd="0" destOrd="0" presId="urn:microsoft.com/office/officeart/2005/8/layout/vList5"/>
    <dgm:cxn modelId="{54D328D1-B5A9-4ABC-B8D3-33649CF1276B}" type="presOf" srcId="{95BD7454-AF20-4377-AA98-D9C807E42C58}" destId="{D3DBD19F-64E1-4F74-9A79-E762B86E743F}" srcOrd="0" destOrd="0" presId="urn:microsoft.com/office/officeart/2005/8/layout/vList5"/>
    <dgm:cxn modelId="{A69A2CEA-F78B-43BB-88C1-7C69482D4792}" srcId="{95BD7454-AF20-4377-AA98-D9C807E42C58}" destId="{CC952192-93BC-4B0E-9E2E-064777E386CA}" srcOrd="0" destOrd="0" parTransId="{824D735C-EC6B-4F73-91BB-2D6DEE5F1CAA}" sibTransId="{A9DC1105-BAA7-48A8-B149-E30188C102A6}"/>
    <dgm:cxn modelId="{1096246F-4E85-48A3-9A52-B9C17FACA29A}" type="presParOf" srcId="{D3DBD19F-64E1-4F74-9A79-E762B86E743F}" destId="{6B38F5E7-931D-4B19-8F6B-D5A95AFC4EB4}" srcOrd="0" destOrd="0" presId="urn:microsoft.com/office/officeart/2005/8/layout/vList5"/>
    <dgm:cxn modelId="{C09A0141-3B91-43FD-AF4A-C4B3DD3CB4EE}" type="presParOf" srcId="{6B38F5E7-931D-4B19-8F6B-D5A95AFC4EB4}" destId="{86B4366B-D6EE-4A79-8C70-1828EC670AB1}" srcOrd="0" destOrd="0" presId="urn:microsoft.com/office/officeart/2005/8/layout/vList5"/>
    <dgm:cxn modelId="{F1AD43CA-29B1-4B3B-B9DC-FCBDE64D72DE}" type="presParOf" srcId="{D3DBD19F-64E1-4F74-9A79-E762B86E743F}" destId="{13A785B2-BE98-4894-8A70-A3F18AD1693A}" srcOrd="1" destOrd="0" presId="urn:microsoft.com/office/officeart/2005/8/layout/vList5"/>
    <dgm:cxn modelId="{F1EDB0A6-988D-4368-AA70-17DB01F27A78}" type="presParOf" srcId="{D3DBD19F-64E1-4F74-9A79-E762B86E743F}" destId="{63DC2882-E024-453E-8F1B-E5731CEF9885}" srcOrd="2" destOrd="0" presId="urn:microsoft.com/office/officeart/2005/8/layout/vList5"/>
    <dgm:cxn modelId="{D306A52B-9DBD-4566-B5EB-9D7A37CCA6B1}" type="presParOf" srcId="{63DC2882-E024-453E-8F1B-E5731CEF9885}" destId="{0811E5A8-EEC2-4CC1-85D0-E1E7DDDC0D3F}" srcOrd="0" destOrd="0" presId="urn:microsoft.com/office/officeart/2005/8/layout/vList5"/>
    <dgm:cxn modelId="{18CF076B-58B4-4ECA-B102-687D513115D4}" type="presParOf" srcId="{D3DBD19F-64E1-4F74-9A79-E762B86E743F}" destId="{6457B09C-FD96-480A-B62E-E30C4083378F}" srcOrd="3" destOrd="0" presId="urn:microsoft.com/office/officeart/2005/8/layout/vList5"/>
    <dgm:cxn modelId="{6BBBA7C9-BCA6-4D29-AE00-5DBDEDA4DA6F}" type="presParOf" srcId="{D3DBD19F-64E1-4F74-9A79-E762B86E743F}" destId="{7905C3E4-DDB4-43F3-8618-0FB313179D39}" srcOrd="4" destOrd="0" presId="urn:microsoft.com/office/officeart/2005/8/layout/vList5"/>
    <dgm:cxn modelId="{7296F5AB-5FD8-4B00-AAF0-6684ED33457E}" type="presParOf" srcId="{7905C3E4-DDB4-43F3-8618-0FB313179D39}" destId="{60BD68B5-4C3D-46D9-80D8-9C5CAC438C70}" srcOrd="0" destOrd="0" presId="urn:microsoft.com/office/officeart/2005/8/layout/vList5"/>
    <dgm:cxn modelId="{A4F28633-4ECB-4837-95C3-1C1623759F03}" type="presParOf" srcId="{D3DBD19F-64E1-4F74-9A79-E762B86E743F}" destId="{F39E575E-CBBA-476B-853E-AAA163F41A5D}" srcOrd="5" destOrd="0" presId="urn:microsoft.com/office/officeart/2005/8/layout/vList5"/>
    <dgm:cxn modelId="{E24F9E42-9801-4579-BEF3-1477C776B9C6}" type="presParOf" srcId="{D3DBD19F-64E1-4F74-9A79-E762B86E743F}" destId="{7731E38A-C93E-47AE-AB3F-41C45699B8E8}" srcOrd="6" destOrd="0" presId="urn:microsoft.com/office/officeart/2005/8/layout/vList5"/>
    <dgm:cxn modelId="{4C72E2D3-7084-4EB2-BE17-D3F9464492B8}" type="presParOf" srcId="{7731E38A-C93E-47AE-AB3F-41C45699B8E8}" destId="{1AC29E50-80D5-4A8A-88D3-B2C5ED84DE05}" srcOrd="0" destOrd="0" presId="urn:microsoft.com/office/officeart/2005/8/layout/vList5"/>
    <dgm:cxn modelId="{ECDB4324-FDDA-48D5-A987-15BE9FA8B8AA}" type="presParOf" srcId="{D3DBD19F-64E1-4F74-9A79-E762B86E743F}" destId="{F8FB114D-8C9F-490B-90A6-0A16C1E198A2}" srcOrd="7" destOrd="0" presId="urn:microsoft.com/office/officeart/2005/8/layout/vList5"/>
    <dgm:cxn modelId="{FFCE2635-F9A3-4FD9-BF3C-13F97102379B}" type="presParOf" srcId="{D3DBD19F-64E1-4F74-9A79-E762B86E743F}" destId="{9DB6A2EC-CCB2-48B4-B409-13A624369B82}" srcOrd="8" destOrd="0" presId="urn:microsoft.com/office/officeart/2005/8/layout/vList5"/>
    <dgm:cxn modelId="{E7740B20-CF26-451B-A01F-BBE0971B9431}" type="presParOf" srcId="{9DB6A2EC-CCB2-48B4-B409-13A624369B82}" destId="{21E4560D-B510-4F77-87DA-E30CCFDFBFF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03E15F-964B-4E37-9BAC-CF8E823079A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9A8C110-72BA-4A60-803F-96C5E39504E8}">
      <dgm:prSet/>
      <dgm:spPr/>
      <dgm:t>
        <a:bodyPr/>
        <a:lstStyle/>
        <a:p>
          <a:pPr>
            <a:defRPr cap="all"/>
          </a:pPr>
          <a:r>
            <a:rPr lang="en-US"/>
            <a:t>Reinforces shared responsibility across development and operations.</a:t>
          </a:r>
        </a:p>
      </dgm:t>
    </dgm:pt>
    <dgm:pt modelId="{00745F81-1F6F-4F8D-90D9-6339FA92FC8C}" type="parTrans" cxnId="{F59C637E-79A3-440E-A5F5-1EC6C503A412}">
      <dgm:prSet/>
      <dgm:spPr/>
      <dgm:t>
        <a:bodyPr/>
        <a:lstStyle/>
        <a:p>
          <a:endParaRPr lang="en-US"/>
        </a:p>
      </dgm:t>
    </dgm:pt>
    <dgm:pt modelId="{EBCF3F61-A041-4344-BC14-60B0D0468E7A}" type="sibTrans" cxnId="{F59C637E-79A3-440E-A5F5-1EC6C503A412}">
      <dgm:prSet/>
      <dgm:spPr/>
      <dgm:t>
        <a:bodyPr/>
        <a:lstStyle/>
        <a:p>
          <a:endParaRPr lang="en-US"/>
        </a:p>
      </dgm:t>
    </dgm:pt>
    <dgm:pt modelId="{D8342682-BBF0-48A1-8757-E7006BC7A46A}">
      <dgm:prSet/>
      <dgm:spPr/>
      <dgm:t>
        <a:bodyPr/>
        <a:lstStyle/>
        <a:p>
          <a:pPr>
            <a:defRPr cap="all"/>
          </a:pPr>
          <a:r>
            <a:rPr lang="en-US"/>
            <a:t>Creates faster feedback loops that improve deployment safety.</a:t>
          </a:r>
        </a:p>
      </dgm:t>
    </dgm:pt>
    <dgm:pt modelId="{A40A750A-9967-4C3C-9228-08B7F73123EF}" type="parTrans" cxnId="{3564B2BD-67DB-4D23-8EEB-613C417B1E16}">
      <dgm:prSet/>
      <dgm:spPr/>
      <dgm:t>
        <a:bodyPr/>
        <a:lstStyle/>
        <a:p>
          <a:endParaRPr lang="en-US"/>
        </a:p>
      </dgm:t>
    </dgm:pt>
    <dgm:pt modelId="{85649622-5480-4840-B956-4DEAFFF00A78}" type="sibTrans" cxnId="{3564B2BD-67DB-4D23-8EEB-613C417B1E16}">
      <dgm:prSet/>
      <dgm:spPr/>
      <dgm:t>
        <a:bodyPr/>
        <a:lstStyle/>
        <a:p>
          <a:endParaRPr lang="en-US"/>
        </a:p>
      </dgm:t>
    </dgm:pt>
    <dgm:pt modelId="{3B70C94B-A526-45D5-A46E-683B20FC7644}">
      <dgm:prSet/>
      <dgm:spPr/>
      <dgm:t>
        <a:bodyPr/>
        <a:lstStyle/>
        <a:p>
          <a:pPr>
            <a:defRPr cap="all"/>
          </a:pPr>
          <a:r>
            <a:rPr lang="en-US"/>
            <a:t>Encourages continuous improvement through post‑incident learning.</a:t>
          </a:r>
        </a:p>
      </dgm:t>
    </dgm:pt>
    <dgm:pt modelId="{8A4E32AA-EFC8-49FD-A157-7C33B6DDBC1F}" type="parTrans" cxnId="{4396D5E6-DC2A-42EC-8968-2837B936B26F}">
      <dgm:prSet/>
      <dgm:spPr/>
      <dgm:t>
        <a:bodyPr/>
        <a:lstStyle/>
        <a:p>
          <a:endParaRPr lang="en-US"/>
        </a:p>
      </dgm:t>
    </dgm:pt>
    <dgm:pt modelId="{217ADE6C-5719-4951-AC2B-890F60137FA1}" type="sibTrans" cxnId="{4396D5E6-DC2A-42EC-8968-2837B936B26F}">
      <dgm:prSet/>
      <dgm:spPr/>
      <dgm:t>
        <a:bodyPr/>
        <a:lstStyle/>
        <a:p>
          <a:endParaRPr lang="en-US"/>
        </a:p>
      </dgm:t>
    </dgm:pt>
    <dgm:pt modelId="{E39D5F8F-D250-424F-9F44-3E014A69CD98}">
      <dgm:prSet/>
      <dgm:spPr/>
      <dgm:t>
        <a:bodyPr/>
        <a:lstStyle/>
        <a:p>
          <a:pPr>
            <a:defRPr cap="all"/>
          </a:pPr>
          <a:r>
            <a:rPr lang="en-US"/>
            <a:t>Builds resilience and operational maturity across teams.</a:t>
          </a:r>
        </a:p>
      </dgm:t>
    </dgm:pt>
    <dgm:pt modelId="{89CAA295-6A0A-4680-985E-4DDD1D74250C}" type="parTrans" cxnId="{03DFAAE1-1F0B-49A5-A254-1B80CD6C0242}">
      <dgm:prSet/>
      <dgm:spPr/>
      <dgm:t>
        <a:bodyPr/>
        <a:lstStyle/>
        <a:p>
          <a:endParaRPr lang="en-US"/>
        </a:p>
      </dgm:t>
    </dgm:pt>
    <dgm:pt modelId="{0DA31538-F65F-40EF-AB5B-2B2672317113}" type="sibTrans" cxnId="{03DFAAE1-1F0B-49A5-A254-1B80CD6C0242}">
      <dgm:prSet/>
      <dgm:spPr/>
      <dgm:t>
        <a:bodyPr/>
        <a:lstStyle/>
        <a:p>
          <a:endParaRPr lang="en-US"/>
        </a:p>
      </dgm:t>
    </dgm:pt>
    <dgm:pt modelId="{6EE2952C-652A-4209-ADBE-7B829C562FF9}" type="pres">
      <dgm:prSet presAssocID="{F703E15F-964B-4E37-9BAC-CF8E823079A0}" presName="root" presStyleCnt="0">
        <dgm:presLayoutVars>
          <dgm:dir/>
          <dgm:resizeHandles val="exact"/>
        </dgm:presLayoutVars>
      </dgm:prSet>
      <dgm:spPr/>
    </dgm:pt>
    <dgm:pt modelId="{7EC967AA-AA13-49A2-94BC-EDDAD6DF9919}" type="pres">
      <dgm:prSet presAssocID="{39A8C110-72BA-4A60-803F-96C5E39504E8}" presName="compNode" presStyleCnt="0"/>
      <dgm:spPr/>
    </dgm:pt>
    <dgm:pt modelId="{1B2327EC-A8A8-4206-9CA3-A3592B6326B2}" type="pres">
      <dgm:prSet presAssocID="{39A8C110-72BA-4A60-803F-96C5E39504E8}" presName="iconBgRect" presStyleLbl="bgShp" presStyleIdx="0" presStyleCnt="4"/>
      <dgm:spPr/>
    </dgm:pt>
    <dgm:pt modelId="{BF012A65-3D27-4CCC-85CC-0500C196B4FF}" type="pres">
      <dgm:prSet presAssocID="{39A8C110-72BA-4A60-803F-96C5E39504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862091F-DBBE-4F99-B80E-5A6C5E8AA685}" type="pres">
      <dgm:prSet presAssocID="{39A8C110-72BA-4A60-803F-96C5E39504E8}" presName="spaceRect" presStyleCnt="0"/>
      <dgm:spPr/>
    </dgm:pt>
    <dgm:pt modelId="{11994390-5ADE-44A5-88F5-9DBE56E0C576}" type="pres">
      <dgm:prSet presAssocID="{39A8C110-72BA-4A60-803F-96C5E39504E8}" presName="textRect" presStyleLbl="revTx" presStyleIdx="0" presStyleCnt="4">
        <dgm:presLayoutVars>
          <dgm:chMax val="1"/>
          <dgm:chPref val="1"/>
        </dgm:presLayoutVars>
      </dgm:prSet>
      <dgm:spPr/>
    </dgm:pt>
    <dgm:pt modelId="{95E08D59-E565-4CD0-8A6B-89FC36620801}" type="pres">
      <dgm:prSet presAssocID="{EBCF3F61-A041-4344-BC14-60B0D0468E7A}" presName="sibTrans" presStyleCnt="0"/>
      <dgm:spPr/>
    </dgm:pt>
    <dgm:pt modelId="{32856FF3-FFD8-4E7F-AFFB-A7A11CD450ED}" type="pres">
      <dgm:prSet presAssocID="{D8342682-BBF0-48A1-8757-E7006BC7A46A}" presName="compNode" presStyleCnt="0"/>
      <dgm:spPr/>
    </dgm:pt>
    <dgm:pt modelId="{EB0DA78B-224E-4CA9-9F70-5298D11D638E}" type="pres">
      <dgm:prSet presAssocID="{D8342682-BBF0-48A1-8757-E7006BC7A46A}" presName="iconBgRect" presStyleLbl="bgShp" presStyleIdx="1" presStyleCnt="4"/>
      <dgm:spPr/>
    </dgm:pt>
    <dgm:pt modelId="{ED7FC060-1A7D-4AF2-B7AA-A025DDBE8C2A}" type="pres">
      <dgm:prSet presAssocID="{D8342682-BBF0-48A1-8757-E7006BC7A4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88EBDA96-90BE-4999-B607-CF71006D833E}" type="pres">
      <dgm:prSet presAssocID="{D8342682-BBF0-48A1-8757-E7006BC7A46A}" presName="spaceRect" presStyleCnt="0"/>
      <dgm:spPr/>
    </dgm:pt>
    <dgm:pt modelId="{5C95E3C4-5D36-40F7-B3E0-C74A7A50F11E}" type="pres">
      <dgm:prSet presAssocID="{D8342682-BBF0-48A1-8757-E7006BC7A46A}" presName="textRect" presStyleLbl="revTx" presStyleIdx="1" presStyleCnt="4">
        <dgm:presLayoutVars>
          <dgm:chMax val="1"/>
          <dgm:chPref val="1"/>
        </dgm:presLayoutVars>
      </dgm:prSet>
      <dgm:spPr/>
    </dgm:pt>
    <dgm:pt modelId="{7B4B98FD-ACA3-425C-8703-813E749D7E46}" type="pres">
      <dgm:prSet presAssocID="{85649622-5480-4840-B956-4DEAFFF00A78}" presName="sibTrans" presStyleCnt="0"/>
      <dgm:spPr/>
    </dgm:pt>
    <dgm:pt modelId="{8C82EAFB-8043-469F-A8CA-2AB6A1A52A01}" type="pres">
      <dgm:prSet presAssocID="{3B70C94B-A526-45D5-A46E-683B20FC7644}" presName="compNode" presStyleCnt="0"/>
      <dgm:spPr/>
    </dgm:pt>
    <dgm:pt modelId="{624ECEFE-E642-4A30-95B7-5098BECBA9EF}" type="pres">
      <dgm:prSet presAssocID="{3B70C94B-A526-45D5-A46E-683B20FC7644}" presName="iconBgRect" presStyleLbl="bgShp" presStyleIdx="2" presStyleCnt="4"/>
      <dgm:spPr/>
    </dgm:pt>
    <dgm:pt modelId="{0CBB80D2-69EB-4399-9FAB-F32D4F506F0B}" type="pres">
      <dgm:prSet presAssocID="{3B70C94B-A526-45D5-A46E-683B20FC76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945DDC1-61F0-4445-AE86-291796D422DF}" type="pres">
      <dgm:prSet presAssocID="{3B70C94B-A526-45D5-A46E-683B20FC7644}" presName="spaceRect" presStyleCnt="0"/>
      <dgm:spPr/>
    </dgm:pt>
    <dgm:pt modelId="{540DAE57-25E0-4D5C-8758-9DE77EF34BB5}" type="pres">
      <dgm:prSet presAssocID="{3B70C94B-A526-45D5-A46E-683B20FC7644}" presName="textRect" presStyleLbl="revTx" presStyleIdx="2" presStyleCnt="4">
        <dgm:presLayoutVars>
          <dgm:chMax val="1"/>
          <dgm:chPref val="1"/>
        </dgm:presLayoutVars>
      </dgm:prSet>
      <dgm:spPr/>
    </dgm:pt>
    <dgm:pt modelId="{38AA1E7E-7AE0-427D-AF6B-3274256DC001}" type="pres">
      <dgm:prSet presAssocID="{217ADE6C-5719-4951-AC2B-890F60137FA1}" presName="sibTrans" presStyleCnt="0"/>
      <dgm:spPr/>
    </dgm:pt>
    <dgm:pt modelId="{F29A4780-A15A-4F72-8080-D1DA26BC594B}" type="pres">
      <dgm:prSet presAssocID="{E39D5F8F-D250-424F-9F44-3E014A69CD98}" presName="compNode" presStyleCnt="0"/>
      <dgm:spPr/>
    </dgm:pt>
    <dgm:pt modelId="{820EB152-4041-4813-82A1-FA018DF315A0}" type="pres">
      <dgm:prSet presAssocID="{E39D5F8F-D250-424F-9F44-3E014A69CD98}" presName="iconBgRect" presStyleLbl="bgShp" presStyleIdx="3" presStyleCnt="4"/>
      <dgm:spPr/>
    </dgm:pt>
    <dgm:pt modelId="{A76433DD-99B6-4113-AC00-858C96D10379}" type="pres">
      <dgm:prSet presAssocID="{E39D5F8F-D250-424F-9F44-3E014A69CD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B99ACD5-D1E4-4EF1-A364-61E91922940A}" type="pres">
      <dgm:prSet presAssocID="{E39D5F8F-D250-424F-9F44-3E014A69CD98}" presName="spaceRect" presStyleCnt="0"/>
      <dgm:spPr/>
    </dgm:pt>
    <dgm:pt modelId="{168ABB1F-AAC4-4735-B530-BA175E7CBAA1}" type="pres">
      <dgm:prSet presAssocID="{E39D5F8F-D250-424F-9F44-3E014A69CD9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110D41B-E5A9-426E-A668-0311E9590F89}" type="presOf" srcId="{D8342682-BBF0-48A1-8757-E7006BC7A46A}" destId="{5C95E3C4-5D36-40F7-B3E0-C74A7A50F11E}" srcOrd="0" destOrd="0" presId="urn:microsoft.com/office/officeart/2018/5/layout/IconCircleLabelList"/>
    <dgm:cxn modelId="{0659FE21-5D8F-444C-A07C-3D190B1A8713}" type="presOf" srcId="{3B70C94B-A526-45D5-A46E-683B20FC7644}" destId="{540DAE57-25E0-4D5C-8758-9DE77EF34BB5}" srcOrd="0" destOrd="0" presId="urn:microsoft.com/office/officeart/2018/5/layout/IconCircleLabelList"/>
    <dgm:cxn modelId="{DC04B953-3A00-4276-A45A-1317F0A656D7}" type="presOf" srcId="{E39D5F8F-D250-424F-9F44-3E014A69CD98}" destId="{168ABB1F-AAC4-4735-B530-BA175E7CBAA1}" srcOrd="0" destOrd="0" presId="urn:microsoft.com/office/officeart/2018/5/layout/IconCircleLabelList"/>
    <dgm:cxn modelId="{F59C637E-79A3-440E-A5F5-1EC6C503A412}" srcId="{F703E15F-964B-4E37-9BAC-CF8E823079A0}" destId="{39A8C110-72BA-4A60-803F-96C5E39504E8}" srcOrd="0" destOrd="0" parTransId="{00745F81-1F6F-4F8D-90D9-6339FA92FC8C}" sibTransId="{EBCF3F61-A041-4344-BC14-60B0D0468E7A}"/>
    <dgm:cxn modelId="{3564B2BD-67DB-4D23-8EEB-613C417B1E16}" srcId="{F703E15F-964B-4E37-9BAC-CF8E823079A0}" destId="{D8342682-BBF0-48A1-8757-E7006BC7A46A}" srcOrd="1" destOrd="0" parTransId="{A40A750A-9967-4C3C-9228-08B7F73123EF}" sibTransId="{85649622-5480-4840-B956-4DEAFFF00A78}"/>
    <dgm:cxn modelId="{4626F1CF-E369-4441-BBDA-CB1790B2E276}" type="presOf" srcId="{39A8C110-72BA-4A60-803F-96C5E39504E8}" destId="{11994390-5ADE-44A5-88F5-9DBE56E0C576}" srcOrd="0" destOrd="0" presId="urn:microsoft.com/office/officeart/2018/5/layout/IconCircleLabelList"/>
    <dgm:cxn modelId="{A3E8B0D5-573E-4F67-AD90-14D2669078FF}" type="presOf" srcId="{F703E15F-964B-4E37-9BAC-CF8E823079A0}" destId="{6EE2952C-652A-4209-ADBE-7B829C562FF9}" srcOrd="0" destOrd="0" presId="urn:microsoft.com/office/officeart/2018/5/layout/IconCircleLabelList"/>
    <dgm:cxn modelId="{03DFAAE1-1F0B-49A5-A254-1B80CD6C0242}" srcId="{F703E15F-964B-4E37-9BAC-CF8E823079A0}" destId="{E39D5F8F-D250-424F-9F44-3E014A69CD98}" srcOrd="3" destOrd="0" parTransId="{89CAA295-6A0A-4680-985E-4DDD1D74250C}" sibTransId="{0DA31538-F65F-40EF-AB5B-2B2672317113}"/>
    <dgm:cxn modelId="{4396D5E6-DC2A-42EC-8968-2837B936B26F}" srcId="{F703E15F-964B-4E37-9BAC-CF8E823079A0}" destId="{3B70C94B-A526-45D5-A46E-683B20FC7644}" srcOrd="2" destOrd="0" parTransId="{8A4E32AA-EFC8-49FD-A157-7C33B6DDBC1F}" sibTransId="{217ADE6C-5719-4951-AC2B-890F60137FA1}"/>
    <dgm:cxn modelId="{BDEDCD14-D3F5-4E1C-8949-A14808C729EE}" type="presParOf" srcId="{6EE2952C-652A-4209-ADBE-7B829C562FF9}" destId="{7EC967AA-AA13-49A2-94BC-EDDAD6DF9919}" srcOrd="0" destOrd="0" presId="urn:microsoft.com/office/officeart/2018/5/layout/IconCircleLabelList"/>
    <dgm:cxn modelId="{4FDD33DA-7485-4DB9-BCFB-877F6647CE58}" type="presParOf" srcId="{7EC967AA-AA13-49A2-94BC-EDDAD6DF9919}" destId="{1B2327EC-A8A8-4206-9CA3-A3592B6326B2}" srcOrd="0" destOrd="0" presId="urn:microsoft.com/office/officeart/2018/5/layout/IconCircleLabelList"/>
    <dgm:cxn modelId="{04004321-DF9D-4E25-8105-65378A00E40A}" type="presParOf" srcId="{7EC967AA-AA13-49A2-94BC-EDDAD6DF9919}" destId="{BF012A65-3D27-4CCC-85CC-0500C196B4FF}" srcOrd="1" destOrd="0" presId="urn:microsoft.com/office/officeart/2018/5/layout/IconCircleLabelList"/>
    <dgm:cxn modelId="{7ED5E5F4-2E61-4BD6-886C-366447E156C0}" type="presParOf" srcId="{7EC967AA-AA13-49A2-94BC-EDDAD6DF9919}" destId="{3862091F-DBBE-4F99-B80E-5A6C5E8AA685}" srcOrd="2" destOrd="0" presId="urn:microsoft.com/office/officeart/2018/5/layout/IconCircleLabelList"/>
    <dgm:cxn modelId="{7607F50F-9A13-4F76-94CB-E13020BB031D}" type="presParOf" srcId="{7EC967AA-AA13-49A2-94BC-EDDAD6DF9919}" destId="{11994390-5ADE-44A5-88F5-9DBE56E0C576}" srcOrd="3" destOrd="0" presId="urn:microsoft.com/office/officeart/2018/5/layout/IconCircleLabelList"/>
    <dgm:cxn modelId="{A40185E5-1C55-4DB8-BDB8-3CACEC61765F}" type="presParOf" srcId="{6EE2952C-652A-4209-ADBE-7B829C562FF9}" destId="{95E08D59-E565-4CD0-8A6B-89FC36620801}" srcOrd="1" destOrd="0" presId="urn:microsoft.com/office/officeart/2018/5/layout/IconCircleLabelList"/>
    <dgm:cxn modelId="{70BF87D2-6CBA-4AFC-BCD6-5696C78D8D76}" type="presParOf" srcId="{6EE2952C-652A-4209-ADBE-7B829C562FF9}" destId="{32856FF3-FFD8-4E7F-AFFB-A7A11CD450ED}" srcOrd="2" destOrd="0" presId="urn:microsoft.com/office/officeart/2018/5/layout/IconCircleLabelList"/>
    <dgm:cxn modelId="{ECC81D3E-F262-4B36-8909-798E1837122A}" type="presParOf" srcId="{32856FF3-FFD8-4E7F-AFFB-A7A11CD450ED}" destId="{EB0DA78B-224E-4CA9-9F70-5298D11D638E}" srcOrd="0" destOrd="0" presId="urn:microsoft.com/office/officeart/2018/5/layout/IconCircleLabelList"/>
    <dgm:cxn modelId="{ADB40012-2AEC-4C51-BBDA-08E50D689020}" type="presParOf" srcId="{32856FF3-FFD8-4E7F-AFFB-A7A11CD450ED}" destId="{ED7FC060-1A7D-4AF2-B7AA-A025DDBE8C2A}" srcOrd="1" destOrd="0" presId="urn:microsoft.com/office/officeart/2018/5/layout/IconCircleLabelList"/>
    <dgm:cxn modelId="{2C0110A3-E523-4568-AEF5-7634169E65E0}" type="presParOf" srcId="{32856FF3-FFD8-4E7F-AFFB-A7A11CD450ED}" destId="{88EBDA96-90BE-4999-B607-CF71006D833E}" srcOrd="2" destOrd="0" presId="urn:microsoft.com/office/officeart/2018/5/layout/IconCircleLabelList"/>
    <dgm:cxn modelId="{22EFE74B-47B9-470C-A085-E3A8E3EC8DAA}" type="presParOf" srcId="{32856FF3-FFD8-4E7F-AFFB-A7A11CD450ED}" destId="{5C95E3C4-5D36-40F7-B3E0-C74A7A50F11E}" srcOrd="3" destOrd="0" presId="urn:microsoft.com/office/officeart/2018/5/layout/IconCircleLabelList"/>
    <dgm:cxn modelId="{14E42A96-8C31-4D51-9F72-660775AD1163}" type="presParOf" srcId="{6EE2952C-652A-4209-ADBE-7B829C562FF9}" destId="{7B4B98FD-ACA3-425C-8703-813E749D7E46}" srcOrd="3" destOrd="0" presId="urn:microsoft.com/office/officeart/2018/5/layout/IconCircleLabelList"/>
    <dgm:cxn modelId="{E22CBD39-8ED3-4281-9443-CFA1FE3B56CD}" type="presParOf" srcId="{6EE2952C-652A-4209-ADBE-7B829C562FF9}" destId="{8C82EAFB-8043-469F-A8CA-2AB6A1A52A01}" srcOrd="4" destOrd="0" presId="urn:microsoft.com/office/officeart/2018/5/layout/IconCircleLabelList"/>
    <dgm:cxn modelId="{27CC70A0-D20E-4F0B-A34E-430F22EA4294}" type="presParOf" srcId="{8C82EAFB-8043-469F-A8CA-2AB6A1A52A01}" destId="{624ECEFE-E642-4A30-95B7-5098BECBA9EF}" srcOrd="0" destOrd="0" presId="urn:microsoft.com/office/officeart/2018/5/layout/IconCircleLabelList"/>
    <dgm:cxn modelId="{66FE84AF-5018-463D-9AA8-B9389CC9A360}" type="presParOf" srcId="{8C82EAFB-8043-469F-A8CA-2AB6A1A52A01}" destId="{0CBB80D2-69EB-4399-9FAB-F32D4F506F0B}" srcOrd="1" destOrd="0" presId="urn:microsoft.com/office/officeart/2018/5/layout/IconCircleLabelList"/>
    <dgm:cxn modelId="{E050A6C1-6947-4E6F-816C-BCD1E983B9A4}" type="presParOf" srcId="{8C82EAFB-8043-469F-A8CA-2AB6A1A52A01}" destId="{F945DDC1-61F0-4445-AE86-291796D422DF}" srcOrd="2" destOrd="0" presId="urn:microsoft.com/office/officeart/2018/5/layout/IconCircleLabelList"/>
    <dgm:cxn modelId="{CA6FD1D2-A812-4CFD-B5DA-C1E475EFC341}" type="presParOf" srcId="{8C82EAFB-8043-469F-A8CA-2AB6A1A52A01}" destId="{540DAE57-25E0-4D5C-8758-9DE77EF34BB5}" srcOrd="3" destOrd="0" presId="urn:microsoft.com/office/officeart/2018/5/layout/IconCircleLabelList"/>
    <dgm:cxn modelId="{614D3DEB-0773-4E10-91E8-026EC6064D05}" type="presParOf" srcId="{6EE2952C-652A-4209-ADBE-7B829C562FF9}" destId="{38AA1E7E-7AE0-427D-AF6B-3274256DC001}" srcOrd="5" destOrd="0" presId="urn:microsoft.com/office/officeart/2018/5/layout/IconCircleLabelList"/>
    <dgm:cxn modelId="{3367D3DC-2E3D-465F-8235-5B2F90437FD7}" type="presParOf" srcId="{6EE2952C-652A-4209-ADBE-7B829C562FF9}" destId="{F29A4780-A15A-4F72-8080-D1DA26BC594B}" srcOrd="6" destOrd="0" presId="urn:microsoft.com/office/officeart/2018/5/layout/IconCircleLabelList"/>
    <dgm:cxn modelId="{04DFBF24-4F57-4719-BC37-BFFAC1025853}" type="presParOf" srcId="{F29A4780-A15A-4F72-8080-D1DA26BC594B}" destId="{820EB152-4041-4813-82A1-FA018DF315A0}" srcOrd="0" destOrd="0" presId="urn:microsoft.com/office/officeart/2018/5/layout/IconCircleLabelList"/>
    <dgm:cxn modelId="{7F7ED339-6902-4A6F-B01B-861A4709EE5A}" type="presParOf" srcId="{F29A4780-A15A-4F72-8080-D1DA26BC594B}" destId="{A76433DD-99B6-4113-AC00-858C96D10379}" srcOrd="1" destOrd="0" presId="urn:microsoft.com/office/officeart/2018/5/layout/IconCircleLabelList"/>
    <dgm:cxn modelId="{2A8E5B4D-54E4-4F2E-B2AA-515B597D670F}" type="presParOf" srcId="{F29A4780-A15A-4F72-8080-D1DA26BC594B}" destId="{1B99ACD5-D1E4-4EF1-A364-61E91922940A}" srcOrd="2" destOrd="0" presId="urn:microsoft.com/office/officeart/2018/5/layout/IconCircleLabelList"/>
    <dgm:cxn modelId="{EA444E38-8517-4237-9A56-E9CED341FDC8}" type="presParOf" srcId="{F29A4780-A15A-4F72-8080-D1DA26BC594B}" destId="{168ABB1F-AAC4-4735-B530-BA175E7CBAA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22DC43-B8ED-4BC8-8DC1-12B7BAD1335E}">
      <dsp:nvSpPr>
        <dsp:cNvPr id="0" name=""/>
        <dsp:cNvSpPr/>
      </dsp:nvSpPr>
      <dsp:spPr>
        <a:xfrm>
          <a:off x="0" y="1709"/>
          <a:ext cx="5016834" cy="866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776624-A670-4F01-96F0-24D35B5C193D}">
      <dsp:nvSpPr>
        <dsp:cNvPr id="0" name=""/>
        <dsp:cNvSpPr/>
      </dsp:nvSpPr>
      <dsp:spPr>
        <a:xfrm>
          <a:off x="262133" y="196684"/>
          <a:ext cx="476605" cy="4766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F8144-6735-4E04-AF93-53E801F68586}">
      <dsp:nvSpPr>
        <dsp:cNvPr id="0" name=""/>
        <dsp:cNvSpPr/>
      </dsp:nvSpPr>
      <dsp:spPr>
        <a:xfrm>
          <a:off x="1000872" y="1709"/>
          <a:ext cx="4015961" cy="866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11" tIns="91711" rIns="91711" bIns="917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Engineers who build services also support them in production.</a:t>
          </a:r>
        </a:p>
      </dsp:txBody>
      <dsp:txXfrm>
        <a:off x="1000872" y="1709"/>
        <a:ext cx="4015961" cy="866556"/>
      </dsp:txXfrm>
    </dsp:sp>
    <dsp:sp modelId="{78ABE351-3E81-467F-AC79-E78ADBECDBB5}">
      <dsp:nvSpPr>
        <dsp:cNvPr id="0" name=""/>
        <dsp:cNvSpPr/>
      </dsp:nvSpPr>
      <dsp:spPr>
        <a:xfrm>
          <a:off x="0" y="1084905"/>
          <a:ext cx="5016834" cy="866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5AEA0-A8C1-4BA3-B586-59BE17B31058}">
      <dsp:nvSpPr>
        <dsp:cNvPr id="0" name=""/>
        <dsp:cNvSpPr/>
      </dsp:nvSpPr>
      <dsp:spPr>
        <a:xfrm>
          <a:off x="262133" y="1279880"/>
          <a:ext cx="476605" cy="4766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3F718-C2C0-456A-B980-87AD6B2D828C}">
      <dsp:nvSpPr>
        <dsp:cNvPr id="0" name=""/>
        <dsp:cNvSpPr/>
      </dsp:nvSpPr>
      <dsp:spPr>
        <a:xfrm>
          <a:off x="1000872" y="1084905"/>
          <a:ext cx="4015961" cy="866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11" tIns="91711" rIns="91711" bIns="917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Strengthens accountability and improves code quality.</a:t>
          </a:r>
        </a:p>
      </dsp:txBody>
      <dsp:txXfrm>
        <a:off x="1000872" y="1084905"/>
        <a:ext cx="4015961" cy="866556"/>
      </dsp:txXfrm>
    </dsp:sp>
    <dsp:sp modelId="{A82C6BE9-9FBA-4254-97EE-1E7149269AF3}">
      <dsp:nvSpPr>
        <dsp:cNvPr id="0" name=""/>
        <dsp:cNvSpPr/>
      </dsp:nvSpPr>
      <dsp:spPr>
        <a:xfrm>
          <a:off x="0" y="2168100"/>
          <a:ext cx="5016834" cy="866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F67F7-0D32-441D-A87A-BB0045D5B3A6}">
      <dsp:nvSpPr>
        <dsp:cNvPr id="0" name=""/>
        <dsp:cNvSpPr/>
      </dsp:nvSpPr>
      <dsp:spPr>
        <a:xfrm>
          <a:off x="262133" y="2363075"/>
          <a:ext cx="476605" cy="4766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2A622-033F-42C0-B807-651B264BE263}">
      <dsp:nvSpPr>
        <dsp:cNvPr id="0" name=""/>
        <dsp:cNvSpPr/>
      </dsp:nvSpPr>
      <dsp:spPr>
        <a:xfrm>
          <a:off x="1000872" y="2168100"/>
          <a:ext cx="4015961" cy="866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11" tIns="91711" rIns="91711" bIns="917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Real‑time feedback informs better design and deployment practices.</a:t>
          </a:r>
        </a:p>
      </dsp:txBody>
      <dsp:txXfrm>
        <a:off x="1000872" y="2168100"/>
        <a:ext cx="4015961" cy="866556"/>
      </dsp:txXfrm>
    </dsp:sp>
    <dsp:sp modelId="{06A317A9-1AA2-4085-9105-8BEA9FAF9E39}">
      <dsp:nvSpPr>
        <dsp:cNvPr id="0" name=""/>
        <dsp:cNvSpPr/>
      </dsp:nvSpPr>
      <dsp:spPr>
        <a:xfrm>
          <a:off x="0" y="3251295"/>
          <a:ext cx="5016834" cy="8665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84F784-FCA7-4B9E-8642-4E6E783AB7DE}">
      <dsp:nvSpPr>
        <dsp:cNvPr id="0" name=""/>
        <dsp:cNvSpPr/>
      </dsp:nvSpPr>
      <dsp:spPr>
        <a:xfrm>
          <a:off x="262133" y="3446271"/>
          <a:ext cx="476605" cy="4766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84AFF-32D2-40BE-B046-A59CC6122044}">
      <dsp:nvSpPr>
        <dsp:cNvPr id="0" name=""/>
        <dsp:cNvSpPr/>
      </dsp:nvSpPr>
      <dsp:spPr>
        <a:xfrm>
          <a:off x="1000872" y="3251295"/>
          <a:ext cx="4015961" cy="866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711" tIns="91711" rIns="91711" bIns="9171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Encourages cross‑functional collaboration and operational excellence.</a:t>
          </a:r>
        </a:p>
      </dsp:txBody>
      <dsp:txXfrm>
        <a:off x="1000872" y="3251295"/>
        <a:ext cx="4015961" cy="866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E2C97-DDBF-471A-93FE-520C5849990C}">
      <dsp:nvSpPr>
        <dsp:cNvPr id="0" name=""/>
        <dsp:cNvSpPr/>
      </dsp:nvSpPr>
      <dsp:spPr>
        <a:xfrm>
          <a:off x="275746" y="875260"/>
          <a:ext cx="859957" cy="85995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6A16C-5924-49EF-B144-E16D4343F53A}">
      <dsp:nvSpPr>
        <dsp:cNvPr id="0" name=""/>
        <dsp:cNvSpPr/>
      </dsp:nvSpPr>
      <dsp:spPr>
        <a:xfrm>
          <a:off x="459016" y="1058530"/>
          <a:ext cx="493417" cy="4934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C3883-8081-49E2-AB97-227F37D3E5D9}">
      <dsp:nvSpPr>
        <dsp:cNvPr id="0" name=""/>
        <dsp:cNvSpPr/>
      </dsp:nvSpPr>
      <dsp:spPr>
        <a:xfrm>
          <a:off x="842" y="2003073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 automated scheduling and escalation policies.</a:t>
          </a:r>
        </a:p>
      </dsp:txBody>
      <dsp:txXfrm>
        <a:off x="842" y="2003073"/>
        <a:ext cx="1409765" cy="563906"/>
      </dsp:txXfrm>
    </dsp:sp>
    <dsp:sp modelId="{9B9F05FC-910B-446F-B51D-36DC33C50A17}">
      <dsp:nvSpPr>
        <dsp:cNvPr id="0" name=""/>
        <dsp:cNvSpPr/>
      </dsp:nvSpPr>
      <dsp:spPr>
        <a:xfrm>
          <a:off x="1932221" y="875260"/>
          <a:ext cx="859957" cy="859957"/>
        </a:xfrm>
        <a:prstGeom prst="ellipse">
          <a:avLst/>
        </a:prstGeom>
        <a:solidFill>
          <a:schemeClr val="accent5">
            <a:hueOff val="-596117"/>
            <a:satOff val="2062"/>
            <a:lumOff val="-406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BFDD87-3EDA-4929-B8BC-6B0F774A0A54}">
      <dsp:nvSpPr>
        <dsp:cNvPr id="0" name=""/>
        <dsp:cNvSpPr/>
      </dsp:nvSpPr>
      <dsp:spPr>
        <a:xfrm>
          <a:off x="2115491" y="1058530"/>
          <a:ext cx="493417" cy="4934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467DD-7AC2-4E7F-B798-1C130955D6EE}">
      <dsp:nvSpPr>
        <dsp:cNvPr id="0" name=""/>
        <dsp:cNvSpPr/>
      </dsp:nvSpPr>
      <dsp:spPr>
        <a:xfrm>
          <a:off x="1657317" y="2003073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Keep rotations fair, predictable, and transparent.</a:t>
          </a:r>
        </a:p>
      </dsp:txBody>
      <dsp:txXfrm>
        <a:off x="1657317" y="2003073"/>
        <a:ext cx="1409765" cy="563906"/>
      </dsp:txXfrm>
    </dsp:sp>
    <dsp:sp modelId="{94D9DB92-F796-476A-A7EC-557C9FD41E33}">
      <dsp:nvSpPr>
        <dsp:cNvPr id="0" name=""/>
        <dsp:cNvSpPr/>
      </dsp:nvSpPr>
      <dsp:spPr>
        <a:xfrm>
          <a:off x="3588696" y="875260"/>
          <a:ext cx="859957" cy="859957"/>
        </a:xfrm>
        <a:prstGeom prst="ellipse">
          <a:avLst/>
        </a:prstGeom>
        <a:solidFill>
          <a:schemeClr val="accent5">
            <a:hueOff val="-1192233"/>
            <a:satOff val="4123"/>
            <a:lumOff val="-8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E8426-864F-40D0-B75C-5929EA6AFE40}">
      <dsp:nvSpPr>
        <dsp:cNvPr id="0" name=""/>
        <dsp:cNvSpPr/>
      </dsp:nvSpPr>
      <dsp:spPr>
        <a:xfrm>
          <a:off x="3771965" y="1058530"/>
          <a:ext cx="493417" cy="4934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9A87F-1AD5-4A65-ACB2-D9F0118EF8D9}">
      <dsp:nvSpPr>
        <dsp:cNvPr id="0" name=""/>
        <dsp:cNvSpPr/>
      </dsp:nvSpPr>
      <dsp:spPr>
        <a:xfrm>
          <a:off x="3313791" y="2003073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Provide runbooks for common incidents to reduce response time.</a:t>
          </a:r>
        </a:p>
      </dsp:txBody>
      <dsp:txXfrm>
        <a:off x="3313791" y="2003073"/>
        <a:ext cx="1409765" cy="563906"/>
      </dsp:txXfrm>
    </dsp:sp>
    <dsp:sp modelId="{5D526E88-AB56-47C3-8A8D-6645AD20FE7F}">
      <dsp:nvSpPr>
        <dsp:cNvPr id="0" name=""/>
        <dsp:cNvSpPr/>
      </dsp:nvSpPr>
      <dsp:spPr>
        <a:xfrm>
          <a:off x="1103984" y="2919420"/>
          <a:ext cx="859957" cy="859957"/>
        </a:xfrm>
        <a:prstGeom prst="ellipse">
          <a:avLst/>
        </a:prstGeom>
        <a:solidFill>
          <a:schemeClr val="accent5">
            <a:hueOff val="-1788350"/>
            <a:satOff val="6185"/>
            <a:lumOff val="-12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324CD-ED3B-4CE1-AD48-9F6A4283B826}">
      <dsp:nvSpPr>
        <dsp:cNvPr id="0" name=""/>
        <dsp:cNvSpPr/>
      </dsp:nvSpPr>
      <dsp:spPr>
        <a:xfrm>
          <a:off x="1287253" y="3102690"/>
          <a:ext cx="493417" cy="4934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86DFF-3273-4DC8-8F8A-25E45A49F613}">
      <dsp:nvSpPr>
        <dsp:cNvPr id="0" name=""/>
        <dsp:cNvSpPr/>
      </dsp:nvSpPr>
      <dsp:spPr>
        <a:xfrm>
          <a:off x="829079" y="4047233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Ensure global coverage when needed through distributed teams.</a:t>
          </a:r>
        </a:p>
      </dsp:txBody>
      <dsp:txXfrm>
        <a:off x="829079" y="4047233"/>
        <a:ext cx="1409765" cy="563906"/>
      </dsp:txXfrm>
    </dsp:sp>
    <dsp:sp modelId="{A1AA5812-0E12-4320-8700-D10869524BD7}">
      <dsp:nvSpPr>
        <dsp:cNvPr id="0" name=""/>
        <dsp:cNvSpPr/>
      </dsp:nvSpPr>
      <dsp:spPr>
        <a:xfrm>
          <a:off x="2760458" y="2919420"/>
          <a:ext cx="859957" cy="859957"/>
        </a:xfrm>
        <a:prstGeom prst="ellipse">
          <a:avLst/>
        </a:prstGeom>
        <a:solidFill>
          <a:schemeClr val="accent5">
            <a:hueOff val="-2384466"/>
            <a:satOff val="8247"/>
            <a:lumOff val="-1627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B8679-91A9-48C6-8E66-C68B146D0E26}">
      <dsp:nvSpPr>
        <dsp:cNvPr id="0" name=""/>
        <dsp:cNvSpPr/>
      </dsp:nvSpPr>
      <dsp:spPr>
        <a:xfrm>
          <a:off x="2943728" y="3102690"/>
          <a:ext cx="493417" cy="4934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71F89-A735-4B6D-96A8-50800E6D5285}">
      <dsp:nvSpPr>
        <dsp:cNvPr id="0" name=""/>
        <dsp:cNvSpPr/>
      </dsp:nvSpPr>
      <dsp:spPr>
        <a:xfrm>
          <a:off x="2485554" y="4047233"/>
          <a:ext cx="1409765" cy="56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Review and refine schedules regularly.</a:t>
          </a:r>
        </a:p>
      </dsp:txBody>
      <dsp:txXfrm>
        <a:off x="2485554" y="4047233"/>
        <a:ext cx="1409765" cy="5639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4366B-D6EE-4A79-8C70-1828EC670AB1}">
      <dsp:nvSpPr>
        <dsp:cNvPr id="0" name=""/>
        <dsp:cNvSpPr/>
      </dsp:nvSpPr>
      <dsp:spPr>
        <a:xfrm>
          <a:off x="3035807" y="1721"/>
          <a:ext cx="3415284" cy="752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Alert</a:t>
          </a:r>
        </a:p>
      </dsp:txBody>
      <dsp:txXfrm>
        <a:off x="3072555" y="38469"/>
        <a:ext cx="3341788" cy="679293"/>
      </dsp:txXfrm>
    </dsp:sp>
    <dsp:sp modelId="{0811E5A8-EEC2-4CC1-85D0-E1E7DDDC0D3F}">
      <dsp:nvSpPr>
        <dsp:cNvPr id="0" name=""/>
        <dsp:cNvSpPr/>
      </dsp:nvSpPr>
      <dsp:spPr>
        <a:xfrm>
          <a:off x="3035807" y="792150"/>
          <a:ext cx="3415284" cy="752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Diagnose</a:t>
          </a:r>
        </a:p>
      </dsp:txBody>
      <dsp:txXfrm>
        <a:off x="3072555" y="828898"/>
        <a:ext cx="3341788" cy="679293"/>
      </dsp:txXfrm>
    </dsp:sp>
    <dsp:sp modelId="{60BD68B5-4C3D-46D9-80D8-9C5CAC438C70}">
      <dsp:nvSpPr>
        <dsp:cNvPr id="0" name=""/>
        <dsp:cNvSpPr/>
      </dsp:nvSpPr>
      <dsp:spPr>
        <a:xfrm>
          <a:off x="3035807" y="1582580"/>
          <a:ext cx="3415284" cy="752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Mitigate</a:t>
          </a:r>
        </a:p>
      </dsp:txBody>
      <dsp:txXfrm>
        <a:off x="3072555" y="1619328"/>
        <a:ext cx="3341788" cy="679293"/>
      </dsp:txXfrm>
    </dsp:sp>
    <dsp:sp modelId="{1AC29E50-80D5-4A8A-88D3-B2C5ED84DE05}">
      <dsp:nvSpPr>
        <dsp:cNvPr id="0" name=""/>
        <dsp:cNvSpPr/>
      </dsp:nvSpPr>
      <dsp:spPr>
        <a:xfrm>
          <a:off x="3035807" y="2373009"/>
          <a:ext cx="3415284" cy="752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Document</a:t>
          </a:r>
        </a:p>
      </dsp:txBody>
      <dsp:txXfrm>
        <a:off x="3072555" y="2409757"/>
        <a:ext cx="3341788" cy="679293"/>
      </dsp:txXfrm>
    </dsp:sp>
    <dsp:sp modelId="{21E4560D-B510-4F77-87DA-E30CCFDFBFFD}">
      <dsp:nvSpPr>
        <dsp:cNvPr id="0" name=""/>
        <dsp:cNvSpPr/>
      </dsp:nvSpPr>
      <dsp:spPr>
        <a:xfrm>
          <a:off x="3035807" y="3163438"/>
          <a:ext cx="3415284" cy="752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Postmortem</a:t>
          </a:r>
        </a:p>
      </dsp:txBody>
      <dsp:txXfrm>
        <a:off x="3072555" y="3200186"/>
        <a:ext cx="3341788" cy="6792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327EC-A8A8-4206-9CA3-A3592B6326B2}">
      <dsp:nvSpPr>
        <dsp:cNvPr id="0" name=""/>
        <dsp:cNvSpPr/>
      </dsp:nvSpPr>
      <dsp:spPr>
        <a:xfrm>
          <a:off x="1201863" y="109837"/>
          <a:ext cx="1261785" cy="12617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012A65-3D27-4CCC-85CC-0500C196B4FF}">
      <dsp:nvSpPr>
        <dsp:cNvPr id="0" name=""/>
        <dsp:cNvSpPr/>
      </dsp:nvSpPr>
      <dsp:spPr>
        <a:xfrm>
          <a:off x="1470768" y="378742"/>
          <a:ext cx="723975" cy="7239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994390-5ADE-44A5-88F5-9DBE56E0C576}">
      <dsp:nvSpPr>
        <dsp:cNvPr id="0" name=""/>
        <dsp:cNvSpPr/>
      </dsp:nvSpPr>
      <dsp:spPr>
        <a:xfrm>
          <a:off x="798506" y="1764637"/>
          <a:ext cx="2068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Reinforces shared responsibility across development and operations.</a:t>
          </a:r>
        </a:p>
      </dsp:txBody>
      <dsp:txXfrm>
        <a:off x="798506" y="1764637"/>
        <a:ext cx="2068500" cy="720000"/>
      </dsp:txXfrm>
    </dsp:sp>
    <dsp:sp modelId="{EB0DA78B-224E-4CA9-9F70-5298D11D638E}">
      <dsp:nvSpPr>
        <dsp:cNvPr id="0" name=""/>
        <dsp:cNvSpPr/>
      </dsp:nvSpPr>
      <dsp:spPr>
        <a:xfrm>
          <a:off x="3632351" y="109837"/>
          <a:ext cx="1261785" cy="12617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FC060-1A7D-4AF2-B7AA-A025DDBE8C2A}">
      <dsp:nvSpPr>
        <dsp:cNvPr id="0" name=""/>
        <dsp:cNvSpPr/>
      </dsp:nvSpPr>
      <dsp:spPr>
        <a:xfrm>
          <a:off x="3901256" y="378742"/>
          <a:ext cx="723975" cy="7239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5E3C4-5D36-40F7-B3E0-C74A7A50F11E}">
      <dsp:nvSpPr>
        <dsp:cNvPr id="0" name=""/>
        <dsp:cNvSpPr/>
      </dsp:nvSpPr>
      <dsp:spPr>
        <a:xfrm>
          <a:off x="3228993" y="1764637"/>
          <a:ext cx="2068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Creates faster feedback loops that improve deployment safety.</a:t>
          </a:r>
        </a:p>
      </dsp:txBody>
      <dsp:txXfrm>
        <a:off x="3228993" y="1764637"/>
        <a:ext cx="2068500" cy="720000"/>
      </dsp:txXfrm>
    </dsp:sp>
    <dsp:sp modelId="{624ECEFE-E642-4A30-95B7-5098BECBA9EF}">
      <dsp:nvSpPr>
        <dsp:cNvPr id="0" name=""/>
        <dsp:cNvSpPr/>
      </dsp:nvSpPr>
      <dsp:spPr>
        <a:xfrm>
          <a:off x="1201863" y="3001762"/>
          <a:ext cx="1261785" cy="12617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B80D2-69EB-4399-9FAB-F32D4F506F0B}">
      <dsp:nvSpPr>
        <dsp:cNvPr id="0" name=""/>
        <dsp:cNvSpPr/>
      </dsp:nvSpPr>
      <dsp:spPr>
        <a:xfrm>
          <a:off x="1470768" y="3270667"/>
          <a:ext cx="723975" cy="7239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DAE57-25E0-4D5C-8758-9DE77EF34BB5}">
      <dsp:nvSpPr>
        <dsp:cNvPr id="0" name=""/>
        <dsp:cNvSpPr/>
      </dsp:nvSpPr>
      <dsp:spPr>
        <a:xfrm>
          <a:off x="798506" y="4656562"/>
          <a:ext cx="2068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Encourages continuous improvement through post‑incident learning.</a:t>
          </a:r>
        </a:p>
      </dsp:txBody>
      <dsp:txXfrm>
        <a:off x="798506" y="4656562"/>
        <a:ext cx="2068500" cy="720000"/>
      </dsp:txXfrm>
    </dsp:sp>
    <dsp:sp modelId="{820EB152-4041-4813-82A1-FA018DF315A0}">
      <dsp:nvSpPr>
        <dsp:cNvPr id="0" name=""/>
        <dsp:cNvSpPr/>
      </dsp:nvSpPr>
      <dsp:spPr>
        <a:xfrm>
          <a:off x="3632351" y="3001762"/>
          <a:ext cx="1261785" cy="12617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6433DD-99B6-4113-AC00-858C96D10379}">
      <dsp:nvSpPr>
        <dsp:cNvPr id="0" name=""/>
        <dsp:cNvSpPr/>
      </dsp:nvSpPr>
      <dsp:spPr>
        <a:xfrm>
          <a:off x="3901256" y="3270667"/>
          <a:ext cx="723975" cy="7239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ABB1F-AAC4-4735-B530-BA175E7CBAA1}">
      <dsp:nvSpPr>
        <dsp:cNvPr id="0" name=""/>
        <dsp:cNvSpPr/>
      </dsp:nvSpPr>
      <dsp:spPr>
        <a:xfrm>
          <a:off x="3228993" y="4656562"/>
          <a:ext cx="2068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Builds resilience and operational maturity across teams.</a:t>
          </a:r>
        </a:p>
      </dsp:txBody>
      <dsp:txXfrm>
        <a:off x="3228993" y="4656562"/>
        <a:ext cx="2068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40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13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9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39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0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4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0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14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9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3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7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8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image/308994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eative-calendars.com/weekly-planner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68010/gear-by-gadgetscode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hyperlink" Target="https://www.publicdomainpictures.net/en/view-image.php?image=23810&amp;picture=street-sign-hazard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freepngimg.com/png/3256-wrench-spanner-png-image-" TargetMode="Externa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hyperlink" Target="https://svgsilh.com/image/1314470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B2D26E-FBAE-45B8-B0F6-80E4ABDEC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442A66-721F-4552-A3AD-3A2215F0C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102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7EA5288-5BEB-4C44-949A-ED209FE21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23CEB-01F5-0053-3080-FEACD7200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9" y="1223889"/>
            <a:ext cx="2705101" cy="2508139"/>
          </a:xfrm>
        </p:spPr>
        <p:txBody>
          <a:bodyPr>
            <a:normAutofit/>
          </a:bodyPr>
          <a:lstStyle/>
          <a:p>
            <a:r>
              <a:rPr lang="en-US" sz="2700">
                <a:latin typeface="Segoe UI Semibold" panose="020B0702040204020203" pitchFamily="34" charset="0"/>
                <a:cs typeface="Segoe UI Semibold" panose="020B0702040204020203" pitchFamily="34" charset="0"/>
              </a:rPr>
              <a:t>Pager Rotation Duties in the DevOps Model</a:t>
            </a:r>
            <a:br>
              <a:rPr lang="en-US" sz="2700"/>
            </a:br>
            <a:endParaRPr lang="en-US" sz="2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A8A08-B106-D3FB-2013-1C888AC6B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114800"/>
            <a:ext cx="2705100" cy="13716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Industry Best Practices &amp; Cultural Integration</a:t>
            </a:r>
          </a:p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By: Paul Fralix CSD380 02/22/2026</a:t>
            </a:r>
          </a:p>
          <a:p>
            <a:pPr>
              <a:lnSpc>
                <a:spcPct val="90000"/>
              </a:lnSpc>
            </a:pP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974A8-326D-3969-A4B6-5E95FEB7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60" r="20634"/>
          <a:stretch>
            <a:fillRect/>
          </a:stretch>
        </p:blipFill>
        <p:spPr>
          <a:xfrm>
            <a:off x="5410200" y="10"/>
            <a:ext cx="67818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08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DC553A7-713D-4133-B393-5017EA4F2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200" y="0"/>
            <a:ext cx="67818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F82C3-FA86-0F82-129B-16123E08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8728" y="339864"/>
            <a:ext cx="5397472" cy="1202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Pager Rotation Duties Matter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F0EE90-AAF9-66AD-B11F-00C52AF067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0487" y="1189141"/>
            <a:ext cx="4098941" cy="44797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E4482-9C52-9BD0-D1EE-5A3502B69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2" y="1814732"/>
            <a:ext cx="5426844" cy="45016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• Modern systems require continuous 24/7 reliability.</a:t>
            </a:r>
          </a:p>
          <a:p>
            <a:pPr marL="0" indent="0">
              <a:buNone/>
            </a:pPr>
            <a:r>
              <a:rPr lang="en-US" dirty="0"/>
              <a:t>• Pager rotations ensure rapid incident response.</a:t>
            </a:r>
          </a:p>
          <a:p>
            <a:pPr marL="0" indent="0">
              <a:buNone/>
            </a:pPr>
            <a:r>
              <a:rPr lang="en-US" dirty="0"/>
              <a:t>• DevOps emphasizes shared responsibility and fast feedback loops.</a:t>
            </a:r>
          </a:p>
          <a:p>
            <a:pPr marL="0" indent="0">
              <a:buNone/>
            </a:pPr>
            <a:r>
              <a:rPr lang="en-US" dirty="0"/>
              <a:t>• Effective on‑call practices reduce downtime and improve customer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69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309FA25-1772-4961-90BE-D39F20067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7C3535-4FB5-4E5B-BDFE-FA61877AF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81800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B18F8-9AEA-F193-0A31-B1AD27CB1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28" y="239150"/>
            <a:ext cx="5397472" cy="13036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cap="all" spc="300" baseline="0" dirty="0">
                <a:solidFill>
                  <a:schemeClr val="tx2"/>
                </a:solidFill>
              </a:rPr>
              <a:t>Defining On‑Call Rotations</a:t>
            </a:r>
            <a:br>
              <a:rPr lang="en-US" sz="27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700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BBFD-2CD9-7E7B-FDDF-0D9655DAD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1817152"/>
            <a:ext cx="5485227" cy="44992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• A structured schedule assigning engineers responsibility for responding to alerts.</a:t>
            </a:r>
          </a:p>
          <a:p>
            <a:pPr marL="0" indent="0">
              <a:buNone/>
            </a:pPr>
            <a:r>
              <a:rPr lang="en-US" dirty="0"/>
              <a:t>• Ensures continuous coverage and minimizes service disruption.</a:t>
            </a:r>
          </a:p>
          <a:p>
            <a:pPr marL="0" indent="0">
              <a:buNone/>
            </a:pPr>
            <a:r>
              <a:rPr lang="en-US" dirty="0"/>
              <a:t>• Includes escalation paths, alerting rules, and defined responsibilities.</a:t>
            </a:r>
          </a:p>
          <a:p>
            <a:pPr marL="0" indent="0">
              <a:buNone/>
            </a:pPr>
            <a:r>
              <a:rPr lang="en-US" dirty="0"/>
              <a:t>• Supported by automation tools to reduce manual overhead.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74B273-FAC3-0B7C-BC71-A676C03427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44133" y="1817152"/>
            <a:ext cx="4162067" cy="3121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E36328-4032-E53D-3B98-73DB6F956C35}"/>
              </a:ext>
            </a:extLst>
          </p:cNvPr>
          <p:cNvSpPr txBox="1"/>
          <p:nvPr/>
        </p:nvSpPr>
        <p:spPr>
          <a:xfrm>
            <a:off x="9085345" y="4738647"/>
            <a:ext cx="242085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 dirty="0">
                <a:solidFill>
                  <a:srgbClr val="FFFFFF"/>
                </a:solidFill>
                <a:hlinkClick r:id="rId3" tooltip="https://www.creative-calendars.com/weekly-planner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US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13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6F2E-8A5B-5024-6478-EE723E26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DevOps and Operational Ownership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71DB1438-FF91-9EDB-CC29-4265D1494F3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2647958"/>
              </p:ext>
            </p:extLst>
          </p:nvPr>
        </p:nvGraphicFramePr>
        <p:xfrm>
          <a:off x="6265408" y="2057401"/>
          <a:ext cx="5016834" cy="4119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6BC6FD-6722-D378-9B3F-21B124C5D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321" y="2781681"/>
            <a:ext cx="5031521" cy="1294638"/>
          </a:xfrm>
          <a:ln w="9525">
            <a:solidFill>
              <a:srgbClr val="00B0F0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“You build it, you run it” — a core DevOps principle emphasizing accountability.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A5641F-3F07-B437-9152-B748009EBB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85321" y="4736591"/>
            <a:ext cx="1789223" cy="178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70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83FF559-6482-47DA-9012-5849DE2A2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96000" cy="6857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9E61A-0170-8580-E5C7-79ADEB20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411" y="685800"/>
            <a:ext cx="4135185" cy="548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 Industry‑Recognized On‑Call Best Practices</a:t>
            </a:r>
            <a:br>
              <a:rPr lang="en-US" sz="22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</a:br>
            <a:endParaRPr lang="en-US" sz="2200" kern="1200" cap="all" spc="300" baseline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5" name="Content Placeholder 3">
            <a:extLst>
              <a:ext uri="{FF2B5EF4-FFF2-40B4-BE49-F238E27FC236}">
                <a16:creationId xmlns:a16="http://schemas.microsoft.com/office/drawing/2014/main" id="{6A83F3B9-67D9-FAF4-7150-0D9C4A1D785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63186994"/>
              </p:ext>
            </p:extLst>
          </p:nvPr>
        </p:nvGraphicFramePr>
        <p:xfrm>
          <a:off x="6781800" y="685800"/>
          <a:ext cx="47244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2936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E5A978-24F7-745F-3483-7B1097F8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Engineer Well‑Being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81660-873C-D952-92BB-25589588D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718" y="2057401"/>
            <a:ext cx="4092010" cy="3904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Challenges:</a:t>
            </a:r>
          </a:p>
          <a:p>
            <a:pPr marL="0" indent="0">
              <a:buNone/>
            </a:pPr>
            <a:r>
              <a:rPr lang="en-US" sz="2000" dirty="0"/>
              <a:t>• Alert fatigue</a:t>
            </a:r>
          </a:p>
          <a:p>
            <a:pPr marL="0" indent="0">
              <a:buNone/>
            </a:pPr>
            <a:r>
              <a:rPr lang="en-US" sz="2000" dirty="0"/>
              <a:t>• Sleep disruption</a:t>
            </a:r>
          </a:p>
          <a:p>
            <a:pPr marL="0" indent="0">
              <a:buNone/>
            </a:pPr>
            <a:r>
              <a:rPr lang="en-US" sz="2000" dirty="0"/>
              <a:t>• Stress from unpredictable workloads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10BF18-C235-47A8-5400-BC3CBE1B8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4616" y="2057401"/>
            <a:ext cx="2814584" cy="317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Risks:</a:t>
            </a:r>
          </a:p>
          <a:p>
            <a:pPr marL="0" indent="0">
              <a:buNone/>
            </a:pPr>
            <a:r>
              <a:rPr lang="en-US" sz="2000" dirty="0"/>
              <a:t>• Reduced performance</a:t>
            </a:r>
          </a:p>
          <a:p>
            <a:pPr marL="0" indent="0">
              <a:buNone/>
            </a:pPr>
            <a:r>
              <a:rPr lang="en-US" sz="2000" dirty="0"/>
              <a:t>• Increased turnover</a:t>
            </a:r>
          </a:p>
          <a:p>
            <a:pPr marL="0" indent="0">
              <a:buNone/>
            </a:pPr>
            <a:r>
              <a:rPr lang="en-US" sz="2000" dirty="0"/>
              <a:t>• Lower system reliability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52E463-ECD6-2596-BCDE-073022A5B2A5}"/>
              </a:ext>
            </a:extLst>
          </p:cNvPr>
          <p:cNvSpPr txBox="1"/>
          <p:nvPr/>
        </p:nvSpPr>
        <p:spPr>
          <a:xfrm>
            <a:off x="7808976" y="2157983"/>
            <a:ext cx="33787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Solutions:</a:t>
            </a:r>
          </a:p>
          <a:p>
            <a:r>
              <a:rPr lang="en-US" sz="2000" dirty="0">
                <a:latin typeface="+mj-lt"/>
              </a:rPr>
              <a:t>• Tune alerts to reduce noise</a:t>
            </a:r>
          </a:p>
          <a:p>
            <a:r>
              <a:rPr lang="en-US" sz="2000" dirty="0">
                <a:latin typeface="+mj-lt"/>
              </a:rPr>
              <a:t>• Ensure recovery time</a:t>
            </a:r>
          </a:p>
          <a:p>
            <a:r>
              <a:rPr lang="en-US" sz="2000" dirty="0">
                <a:latin typeface="+mj-lt"/>
              </a:rPr>
              <a:t>• Promote blameless postmortems</a:t>
            </a:r>
          </a:p>
          <a:p>
            <a:r>
              <a:rPr lang="en-US" sz="2000" dirty="0">
                <a:latin typeface="+mj-lt"/>
              </a:rPr>
              <a:t>• Encourage team‑wide support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416ECF-C69D-1493-BC18-D02100C58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88720" y="4210948"/>
            <a:ext cx="1010819" cy="9005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13BD5C-D4D5-E15B-37E2-6A434E51B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305480" y="4506026"/>
            <a:ext cx="1734632" cy="12263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B1917B-F2B3-2D86-B489-D885A045B6A1}"/>
              </a:ext>
            </a:extLst>
          </p:cNvPr>
          <p:cNvSpPr txBox="1"/>
          <p:nvPr/>
        </p:nvSpPr>
        <p:spPr>
          <a:xfrm>
            <a:off x="8965179" y="5934780"/>
            <a:ext cx="927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/>
                </a:solidFill>
                <a:hlinkClick r:id="rId5" tooltip="https://freepngimg.com/png/3256-wrench-spanner-png-image-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800" dirty="0">
                <a:solidFill>
                  <a:schemeClr val="bg2"/>
                </a:solidFill>
              </a:rPr>
              <a:t> by Unknown Author is licensed under </a:t>
            </a:r>
            <a:r>
              <a:rPr lang="en-US" sz="800" dirty="0">
                <a:solidFill>
                  <a:schemeClr val="bg2"/>
                </a:solidFill>
                <a:hlinkClick r:id="rId6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800" dirty="0">
              <a:solidFill>
                <a:schemeClr val="bg2"/>
              </a:solidFill>
            </a:endParaRPr>
          </a:p>
        </p:txBody>
      </p:sp>
      <p:pic>
        <p:nvPicPr>
          <p:cNvPr id="17" name="Graphic 16" descr="Chat bubble outline">
            <a:extLst>
              <a:ext uri="{FF2B5EF4-FFF2-40B4-BE49-F238E27FC236}">
                <a16:creationId xmlns:a16="http://schemas.microsoft.com/office/drawing/2014/main" id="{05188E28-4F73-98D9-A88A-C935D9A8CF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80730" y="4210948"/>
            <a:ext cx="1272470" cy="127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0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546713-DF96-41B2-8180-3EEC5B802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794E3E-966D-43D0-B426-D33988B92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7467600" cy="6857999"/>
          </a:xfrm>
          <a:prstGeom prst="rect">
            <a:avLst/>
          </a:prstGeom>
          <a:solidFill>
            <a:schemeClr val="tx2">
              <a:lumMod val="75000"/>
              <a:lumOff val="2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71CFF-3106-E43D-595F-C4CDBA1E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28" y="511126"/>
            <a:ext cx="6083272" cy="10316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2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Sample Weekly Rotation Structure</a:t>
            </a:r>
            <a:br>
              <a:rPr lang="en-US" sz="2200" kern="1200" cap="all" spc="3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200" kern="1200" cap="all" spc="300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C21E-60AF-995F-D651-22EFBDF8F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1829287"/>
            <a:ext cx="6083272" cy="43429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Primary On‑Call: Handles all incoming alerts.</a:t>
            </a:r>
          </a:p>
          <a:p>
            <a:r>
              <a:rPr lang="en-US" dirty="0"/>
              <a:t>Secondary On‑Call: Backup if primary is unavailable.</a:t>
            </a:r>
          </a:p>
          <a:p>
            <a:r>
              <a:rPr lang="en-US" dirty="0"/>
              <a:t>Escalation Chain: Team lead → SRE → Incident Commander.</a:t>
            </a:r>
          </a:p>
          <a:p>
            <a:r>
              <a:rPr lang="en-US" dirty="0"/>
              <a:t>Coverage: Weekly rotation with a handoff meeting.</a:t>
            </a:r>
          </a:p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240B843-91D4-023B-4054-F60E87267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43629" y="685800"/>
            <a:ext cx="2585069" cy="2585069"/>
          </a:xfrm>
          <a:prstGeom prst="rect">
            <a:avLst/>
          </a:prstGeom>
        </p:spPr>
      </p:pic>
      <p:pic>
        <p:nvPicPr>
          <p:cNvPr id="6" name="Content Placeholder 5" descr="Clock outline">
            <a:extLst>
              <a:ext uri="{FF2B5EF4-FFF2-40B4-BE49-F238E27FC236}">
                <a16:creationId xmlns:a16="http://schemas.microsoft.com/office/drawing/2014/main" id="{B99090BD-D876-E2E3-4FEC-21AF160E33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2783" y="3587131"/>
            <a:ext cx="2586761" cy="258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89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09D3-C88B-B572-0F5C-8CCE1A31F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Standard Incident Response Lifecycle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59E8384-409E-A910-9F3E-01F4E18F8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235381"/>
              </p:ext>
            </p:extLst>
          </p:nvPr>
        </p:nvGraphicFramePr>
        <p:xfrm>
          <a:off x="1371600" y="2254250"/>
          <a:ext cx="9486900" cy="3917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0B57BA6-3E38-6A94-DD7D-6BAF2A492119}"/>
              </a:ext>
            </a:extLst>
          </p:cNvPr>
          <p:cNvSpPr txBox="1"/>
          <p:nvPr/>
        </p:nvSpPr>
        <p:spPr>
          <a:xfrm>
            <a:off x="8083296" y="5359576"/>
            <a:ext cx="3465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SLO‑based alerting reduces noise and focuses on customer impact.</a:t>
            </a:r>
          </a:p>
        </p:txBody>
      </p:sp>
    </p:spTree>
    <p:extLst>
      <p:ext uri="{BB962C8B-B14F-4D97-AF65-F5344CB8AC3E}">
        <p14:creationId xmlns:p14="http://schemas.microsoft.com/office/powerpoint/2010/main" val="86951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D538B8-489B-407A-A760-436DB4C5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4076700" cy="54864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629E7-B11D-0432-C17D-1CF1F9949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371600"/>
            <a:ext cx="2705100" cy="4114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Cultural Alignment with DevOps Principles</a:t>
            </a:r>
            <a:br>
              <a:rPr lang="en-US" sz="2700" kern="1200" cap="all" spc="300" baseline="0">
                <a:solidFill>
                  <a:schemeClr val="bg2"/>
                </a:solidFill>
                <a:latin typeface="+mj-lt"/>
                <a:ea typeface="+mj-ea"/>
                <a:cs typeface="+mj-cs"/>
              </a:rPr>
            </a:br>
            <a:endParaRPr lang="en-US" sz="2700" kern="1200" cap="all" spc="300" baseline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AE016B-4957-558F-B8D9-5BD0E6000E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9489785"/>
              </p:ext>
            </p:extLst>
          </p:nvPr>
        </p:nvGraphicFramePr>
        <p:xfrm>
          <a:off x="5410200" y="685800"/>
          <a:ext cx="6096000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123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56C54-044C-0DEA-0FED-98E76B5BA65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6072" y="1285565"/>
            <a:ext cx="2667000" cy="609600"/>
          </a:xfrm>
        </p:spPr>
        <p:txBody>
          <a:bodyPr>
            <a:normAutofit/>
          </a:bodyPr>
          <a:lstStyle/>
          <a:p>
            <a:r>
              <a:rPr lang="en-US" sz="2000" dirty="0"/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3E010-3DC5-DB00-836A-2955332CCBD5}"/>
              </a:ext>
            </a:extLst>
          </p:cNvPr>
          <p:cNvSpPr txBox="1"/>
          <p:nvPr/>
        </p:nvSpPr>
        <p:spPr>
          <a:xfrm>
            <a:off x="1009650" y="1809750"/>
            <a:ext cx="9067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dirty="0" err="1">
                <a:latin typeface="+mj-lt"/>
              </a:rPr>
              <a:t>AlertOps</a:t>
            </a:r>
            <a:r>
              <a:rPr lang="en-US" dirty="0">
                <a:latin typeface="+mj-lt"/>
              </a:rPr>
              <a:t>. (2023). </a:t>
            </a:r>
            <a:r>
              <a:rPr lang="en-US" i="1" dirty="0">
                <a:latin typeface="+mj-lt"/>
              </a:rPr>
              <a:t>On‑call rotation best practices: How to build effective schedules and reduce burnout.</a:t>
            </a:r>
            <a:r>
              <a:rPr lang="en-US" dirty="0">
                <a:latin typeface="+mj-lt"/>
              </a:rPr>
              <a:t> https://alertops.com/on-call-rotation-best-practices/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Atlassian. (2023). </a:t>
            </a:r>
            <a:r>
              <a:rPr lang="en-US" i="1" dirty="0">
                <a:latin typeface="+mj-lt"/>
              </a:rPr>
              <a:t>A manager’s guide to improving on‑call.</a:t>
            </a:r>
            <a:r>
              <a:rPr lang="en-US" dirty="0">
                <a:latin typeface="+mj-lt"/>
              </a:rPr>
              <a:t> https://www.atlassian.com/incident-management/on-call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Google SRE. (2017). </a:t>
            </a:r>
            <a:r>
              <a:rPr lang="en-US" i="1" dirty="0">
                <a:latin typeface="+mj-lt"/>
              </a:rPr>
              <a:t>Site reliability engineering: On‑call and incident response.</a:t>
            </a:r>
            <a:r>
              <a:rPr lang="en-US" dirty="0">
                <a:latin typeface="+mj-lt"/>
              </a:rPr>
              <a:t> https://sre.google/sre-book/handling-overload/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Kim, G., Humble, J., Debois, P., Willis, J., &amp; Forsgren, N. (2021). </a:t>
            </a:r>
            <a:r>
              <a:rPr lang="en-US" i="1" dirty="0">
                <a:latin typeface="+mj-lt"/>
              </a:rPr>
              <a:t>The DevOps handbook: How to create world-class agility, reliability, and security in technology organizations</a:t>
            </a:r>
            <a:r>
              <a:rPr lang="en-US" dirty="0">
                <a:latin typeface="+mj-lt"/>
              </a:rPr>
              <a:t> (2nd ed.). IT Revolution. 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PagerDuty. (2023). </a:t>
            </a:r>
            <a:r>
              <a:rPr lang="en-US" i="1" dirty="0">
                <a:latin typeface="+mj-lt"/>
              </a:rPr>
              <a:t>On‑call basics: Rotations, schedules, and escalation policies.</a:t>
            </a:r>
            <a:r>
              <a:rPr lang="en-US" dirty="0">
                <a:latin typeface="+mj-lt"/>
              </a:rPr>
              <a:t> https://www.pagerduty.com/resources/learn/on-call-basics/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007967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574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Gill Sans MT</vt:lpstr>
      <vt:lpstr>Goudy Old Style</vt:lpstr>
      <vt:lpstr>Segoe UI</vt:lpstr>
      <vt:lpstr>Segoe UI Semibold</vt:lpstr>
      <vt:lpstr>ClassicFrameVTI</vt:lpstr>
      <vt:lpstr>Pager Rotation Duties in the DevOps Model </vt:lpstr>
      <vt:lpstr>Why Pager Rotation Duties Matter</vt:lpstr>
      <vt:lpstr> Defining On‑Call Rotations </vt:lpstr>
      <vt:lpstr>DevOps and Operational Ownership </vt:lpstr>
      <vt:lpstr> Industry‑Recognized On‑Call Best Practices </vt:lpstr>
      <vt:lpstr>Supporting Engineer Well‑Being</vt:lpstr>
      <vt:lpstr> Sample Weekly Rotation Structure </vt:lpstr>
      <vt:lpstr> Standard Incident Response Lifecycle</vt:lpstr>
      <vt:lpstr>Cultural Alignment with DevOps Principles 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Fralix</dc:creator>
  <cp:lastModifiedBy>Paul Fralix</cp:lastModifiedBy>
  <cp:revision>1</cp:revision>
  <dcterms:created xsi:type="dcterms:W3CDTF">2026-02-23T04:47:47Z</dcterms:created>
  <dcterms:modified xsi:type="dcterms:W3CDTF">2026-02-23T06:15:18Z</dcterms:modified>
</cp:coreProperties>
</file>