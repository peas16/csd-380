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Lead Time vs. Processing Time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26929465772046696"/>
          <c:y val="0.15153616258218769"/>
          <c:w val="0.69649564612029724"/>
          <c:h val="0.6299103407053197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3"/>
                <c:pt idx="0">
                  <c:v>Processing Time</c:v>
                </c:pt>
                <c:pt idx="1">
                  <c:v>Waiting Time</c:v>
                </c:pt>
                <c:pt idx="2">
                  <c:v>Total Lead Time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28</c:v>
                </c:pt>
                <c:pt idx="2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268-48E1-8C24-D35864CB90D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3"/>
                <c:pt idx="0">
                  <c:v>Processing Time</c:v>
                </c:pt>
                <c:pt idx="1">
                  <c:v>Waiting Time</c:v>
                </c:pt>
                <c:pt idx="2">
                  <c:v>Total Lead Time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268-48E1-8C24-D35864CB90D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3"/>
                <c:pt idx="0">
                  <c:v>Processing Time</c:v>
                </c:pt>
                <c:pt idx="1">
                  <c:v>Waiting Time</c:v>
                </c:pt>
                <c:pt idx="2">
                  <c:v>Total Lead Time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268-48E1-8C24-D35864CB90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2073231936"/>
        <c:axId val="2073224736"/>
      </c:barChart>
      <c:catAx>
        <c:axId val="207323193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73224736"/>
        <c:crosses val="autoZero"/>
        <c:auto val="1"/>
        <c:lblAlgn val="ctr"/>
        <c:lblOffset val="100"/>
        <c:noMultiLvlLbl val="0"/>
      </c:catAx>
      <c:valAx>
        <c:axId val="207322473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732319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Traditional vs. DevOps Deployment Lead</a:t>
            </a:r>
            <a:r>
              <a:rPr lang="en-US" baseline="0" dirty="0"/>
              <a:t> Times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Column3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3"/>
                <c:pt idx="0">
                  <c:v>Traditional</c:v>
                </c:pt>
                <c:pt idx="2">
                  <c:v>DevOps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90</c:v>
                </c:pt>
                <c:pt idx="2">
                  <c:v>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97E-43C0-B5DA-DEF29FAF9C8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Column1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3"/>
                <c:pt idx="0">
                  <c:v>Traditional</c:v>
                </c:pt>
                <c:pt idx="2">
                  <c:v>DevOps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1-697E-43C0-B5DA-DEF29FAF9C8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Column2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3"/>
                <c:pt idx="0">
                  <c:v>Traditional</c:v>
                </c:pt>
                <c:pt idx="2">
                  <c:v>DevOps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2-697E-43C0-B5DA-DEF29FAF9C8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504608479"/>
        <c:axId val="1504607999"/>
      </c:barChart>
      <c:catAx>
        <c:axId val="150460847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04607999"/>
        <c:crosses val="autoZero"/>
        <c:auto val="1"/>
        <c:lblAlgn val="ctr"/>
        <c:lblOffset val="100"/>
        <c:noMultiLvlLbl val="0"/>
      </c:catAx>
      <c:valAx>
        <c:axId val="1504607999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0460847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10" Type="http://schemas.openxmlformats.org/officeDocument/2006/relationships/image" Target="../media/image24.svg"/><Relationship Id="rId4" Type="http://schemas.openxmlformats.org/officeDocument/2006/relationships/image" Target="../media/image18.svg"/><Relationship Id="rId9" Type="http://schemas.openxmlformats.org/officeDocument/2006/relationships/image" Target="../media/image23.pn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5.png"/><Relationship Id="rId7" Type="http://schemas.openxmlformats.org/officeDocument/2006/relationships/image" Target="../media/image27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2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10" Type="http://schemas.openxmlformats.org/officeDocument/2006/relationships/image" Target="../media/image24.svg"/><Relationship Id="rId4" Type="http://schemas.openxmlformats.org/officeDocument/2006/relationships/image" Target="../media/image18.svg"/><Relationship Id="rId9" Type="http://schemas.openxmlformats.org/officeDocument/2006/relationships/image" Target="../media/image23.pn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5.png"/><Relationship Id="rId7" Type="http://schemas.openxmlformats.org/officeDocument/2006/relationships/image" Target="../media/image27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2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DE14840-4763-44F8-8585-9F38C87637F1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C4942B5B-D10C-4336-B044-E717581A4488}">
      <dgm:prSet/>
      <dgm:spPr/>
      <dgm:t>
        <a:bodyPr/>
        <a:lstStyle/>
        <a:p>
          <a:pPr>
            <a:defRPr cap="all"/>
          </a:pPr>
          <a:r>
            <a:rPr lang="en-US" b="1"/>
            <a:t>Lead Time</a:t>
          </a:r>
          <a:r>
            <a:rPr lang="en-US"/>
            <a:t>: Total elapsed time from request to delivery.</a:t>
          </a:r>
        </a:p>
      </dgm:t>
    </dgm:pt>
    <dgm:pt modelId="{FE1FDC3F-8C4D-4BFD-A68D-3003979EBBFF}" type="parTrans" cxnId="{B790A82F-CC76-46DA-8A19-5D919FEA98E6}">
      <dgm:prSet/>
      <dgm:spPr/>
      <dgm:t>
        <a:bodyPr/>
        <a:lstStyle/>
        <a:p>
          <a:endParaRPr lang="en-US"/>
        </a:p>
      </dgm:t>
    </dgm:pt>
    <dgm:pt modelId="{180E371E-DFFE-4F7C-8BE1-A76E8C65DE41}" type="sibTrans" cxnId="{B790A82F-CC76-46DA-8A19-5D919FEA98E6}">
      <dgm:prSet/>
      <dgm:spPr/>
      <dgm:t>
        <a:bodyPr/>
        <a:lstStyle/>
        <a:p>
          <a:endParaRPr lang="en-US"/>
        </a:p>
      </dgm:t>
    </dgm:pt>
    <dgm:pt modelId="{773C77C6-5A39-4F3F-BA2C-D0444A50932A}">
      <dgm:prSet/>
      <dgm:spPr/>
      <dgm:t>
        <a:bodyPr/>
        <a:lstStyle/>
        <a:p>
          <a:pPr>
            <a:defRPr cap="all"/>
          </a:pPr>
          <a:r>
            <a:rPr lang="en-US" b="1"/>
            <a:t>Processing Time</a:t>
          </a:r>
          <a:r>
            <a:rPr lang="en-US"/>
            <a:t>: Time spent actively working on the task.</a:t>
          </a:r>
        </a:p>
      </dgm:t>
    </dgm:pt>
    <dgm:pt modelId="{CAF92B17-25CF-4529-83C5-FBE63FE8D3BC}" type="parTrans" cxnId="{30115378-32E6-4E7F-BCE4-5090DEE9FE6C}">
      <dgm:prSet/>
      <dgm:spPr/>
      <dgm:t>
        <a:bodyPr/>
        <a:lstStyle/>
        <a:p>
          <a:endParaRPr lang="en-US"/>
        </a:p>
      </dgm:t>
    </dgm:pt>
    <dgm:pt modelId="{B4532839-974B-49E9-9762-B7685980BDF7}" type="sibTrans" cxnId="{30115378-32E6-4E7F-BCE4-5090DEE9FE6C}">
      <dgm:prSet/>
      <dgm:spPr/>
      <dgm:t>
        <a:bodyPr/>
        <a:lstStyle/>
        <a:p>
          <a:endParaRPr lang="en-US"/>
        </a:p>
      </dgm:t>
    </dgm:pt>
    <dgm:pt modelId="{FA2F6262-7671-43C9-B442-4CD1ED1E8F48}">
      <dgm:prSet/>
      <dgm:spPr/>
      <dgm:t>
        <a:bodyPr/>
        <a:lstStyle/>
        <a:p>
          <a:pPr>
            <a:defRPr cap="all"/>
          </a:pPr>
          <a:r>
            <a:rPr lang="en-US"/>
            <a:t>Most lead time is often, not working.</a:t>
          </a:r>
        </a:p>
      </dgm:t>
    </dgm:pt>
    <dgm:pt modelId="{3198114B-00F8-46DB-BCD8-46DEA7C54456}" type="parTrans" cxnId="{50EB8320-72C5-4CCF-BAC4-BA6A09C9E249}">
      <dgm:prSet/>
      <dgm:spPr/>
      <dgm:t>
        <a:bodyPr/>
        <a:lstStyle/>
        <a:p>
          <a:endParaRPr lang="en-US"/>
        </a:p>
      </dgm:t>
    </dgm:pt>
    <dgm:pt modelId="{2B6C1442-6E82-46CF-ACD2-D46B7E243007}" type="sibTrans" cxnId="{50EB8320-72C5-4CCF-BAC4-BA6A09C9E249}">
      <dgm:prSet/>
      <dgm:spPr/>
      <dgm:t>
        <a:bodyPr/>
        <a:lstStyle/>
        <a:p>
          <a:endParaRPr lang="en-US"/>
        </a:p>
      </dgm:t>
    </dgm:pt>
    <dgm:pt modelId="{20980B6A-99DB-47BB-B858-46F86BC4FDF4}" type="pres">
      <dgm:prSet presAssocID="{9DE14840-4763-44F8-8585-9F38C87637F1}" presName="root" presStyleCnt="0">
        <dgm:presLayoutVars>
          <dgm:dir/>
          <dgm:resizeHandles val="exact"/>
        </dgm:presLayoutVars>
      </dgm:prSet>
      <dgm:spPr/>
    </dgm:pt>
    <dgm:pt modelId="{C188C3CD-B4CB-4009-9D29-0554C841A50B}" type="pres">
      <dgm:prSet presAssocID="{C4942B5B-D10C-4336-B044-E717581A4488}" presName="compNode" presStyleCnt="0"/>
      <dgm:spPr/>
    </dgm:pt>
    <dgm:pt modelId="{FDA41584-6E69-4E2B-99B0-CECF4A34C442}" type="pres">
      <dgm:prSet presAssocID="{C4942B5B-D10C-4336-B044-E717581A4488}" presName="iconBgRect" presStyleLbl="bgShp" presStyleIdx="0" presStyleCnt="3"/>
      <dgm:spPr/>
    </dgm:pt>
    <dgm:pt modelId="{8DDAA242-CEBE-4F06-8F04-951561CC6AF5}" type="pres">
      <dgm:prSet presAssocID="{C4942B5B-D10C-4336-B044-E717581A448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x"/>
        </a:ext>
      </dgm:extLst>
    </dgm:pt>
    <dgm:pt modelId="{553B46C5-1E2C-40A6-977F-6E80768E777C}" type="pres">
      <dgm:prSet presAssocID="{C4942B5B-D10C-4336-B044-E717581A4488}" presName="spaceRect" presStyleCnt="0"/>
      <dgm:spPr/>
    </dgm:pt>
    <dgm:pt modelId="{B8B3D63C-D446-4663-B6EA-2749BF76A4C3}" type="pres">
      <dgm:prSet presAssocID="{C4942B5B-D10C-4336-B044-E717581A4488}" presName="textRect" presStyleLbl="revTx" presStyleIdx="0" presStyleCnt="3">
        <dgm:presLayoutVars>
          <dgm:chMax val="1"/>
          <dgm:chPref val="1"/>
        </dgm:presLayoutVars>
      </dgm:prSet>
      <dgm:spPr/>
    </dgm:pt>
    <dgm:pt modelId="{6BEB7A02-BF03-4F93-808E-41366BC071A9}" type="pres">
      <dgm:prSet presAssocID="{180E371E-DFFE-4F7C-8BE1-A76E8C65DE41}" presName="sibTrans" presStyleCnt="0"/>
      <dgm:spPr/>
    </dgm:pt>
    <dgm:pt modelId="{6A4AF813-0BA2-41A2-AF0A-5A43600F3B33}" type="pres">
      <dgm:prSet presAssocID="{773C77C6-5A39-4F3F-BA2C-D0444A50932A}" presName="compNode" presStyleCnt="0"/>
      <dgm:spPr/>
    </dgm:pt>
    <dgm:pt modelId="{4961C763-4919-46E6-B4E2-825DBC6AE8C9}" type="pres">
      <dgm:prSet presAssocID="{773C77C6-5A39-4F3F-BA2C-D0444A50932A}" presName="iconBgRect" presStyleLbl="bgShp" presStyleIdx="1" presStyleCnt="3"/>
      <dgm:spPr/>
    </dgm:pt>
    <dgm:pt modelId="{52C7147A-72AF-463D-B92F-DEAE2E74D3E9}" type="pres">
      <dgm:prSet presAssocID="{773C77C6-5A39-4F3F-BA2C-D0444A50932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3D43E1A1-15E8-48BA-80AF-04F947E4D25B}" type="pres">
      <dgm:prSet presAssocID="{773C77C6-5A39-4F3F-BA2C-D0444A50932A}" presName="spaceRect" presStyleCnt="0"/>
      <dgm:spPr/>
    </dgm:pt>
    <dgm:pt modelId="{9E481C97-E869-49BB-934F-5D1C669518A5}" type="pres">
      <dgm:prSet presAssocID="{773C77C6-5A39-4F3F-BA2C-D0444A50932A}" presName="textRect" presStyleLbl="revTx" presStyleIdx="1" presStyleCnt="3">
        <dgm:presLayoutVars>
          <dgm:chMax val="1"/>
          <dgm:chPref val="1"/>
        </dgm:presLayoutVars>
      </dgm:prSet>
      <dgm:spPr/>
    </dgm:pt>
    <dgm:pt modelId="{8C98B3DC-8C55-41D1-9E8C-76C137FAE766}" type="pres">
      <dgm:prSet presAssocID="{B4532839-974B-49E9-9762-B7685980BDF7}" presName="sibTrans" presStyleCnt="0"/>
      <dgm:spPr/>
    </dgm:pt>
    <dgm:pt modelId="{10B4D561-1F6A-441F-A5CA-5D07E6C69676}" type="pres">
      <dgm:prSet presAssocID="{FA2F6262-7671-43C9-B442-4CD1ED1E8F48}" presName="compNode" presStyleCnt="0"/>
      <dgm:spPr/>
    </dgm:pt>
    <dgm:pt modelId="{DC23533E-CA32-4D0F-B3A1-9026B185D157}" type="pres">
      <dgm:prSet presAssocID="{FA2F6262-7671-43C9-B442-4CD1ED1E8F48}" presName="iconBgRect" presStyleLbl="bgShp" presStyleIdx="2" presStyleCnt="3"/>
      <dgm:spPr/>
    </dgm:pt>
    <dgm:pt modelId="{BFAB5F52-5BAB-4AD1-B2F4-53DBC3A4E0F2}" type="pres">
      <dgm:prSet presAssocID="{FA2F6262-7671-43C9-B442-4CD1ED1E8F4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urglass"/>
        </a:ext>
      </dgm:extLst>
    </dgm:pt>
    <dgm:pt modelId="{DCB195D9-365E-40F5-8A49-DA8931DECB10}" type="pres">
      <dgm:prSet presAssocID="{FA2F6262-7671-43C9-B442-4CD1ED1E8F48}" presName="spaceRect" presStyleCnt="0"/>
      <dgm:spPr/>
    </dgm:pt>
    <dgm:pt modelId="{533990C3-E530-4BBB-81E6-1CB67C71F790}" type="pres">
      <dgm:prSet presAssocID="{FA2F6262-7671-43C9-B442-4CD1ED1E8F48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50EB8320-72C5-4CCF-BAC4-BA6A09C9E249}" srcId="{9DE14840-4763-44F8-8585-9F38C87637F1}" destId="{FA2F6262-7671-43C9-B442-4CD1ED1E8F48}" srcOrd="2" destOrd="0" parTransId="{3198114B-00F8-46DB-BCD8-46DEA7C54456}" sibTransId="{2B6C1442-6E82-46CF-ACD2-D46B7E243007}"/>
    <dgm:cxn modelId="{B790A82F-CC76-46DA-8A19-5D919FEA98E6}" srcId="{9DE14840-4763-44F8-8585-9F38C87637F1}" destId="{C4942B5B-D10C-4336-B044-E717581A4488}" srcOrd="0" destOrd="0" parTransId="{FE1FDC3F-8C4D-4BFD-A68D-3003979EBBFF}" sibTransId="{180E371E-DFFE-4F7C-8BE1-A76E8C65DE41}"/>
    <dgm:cxn modelId="{C0B2B53B-8CFB-4D27-A148-937247B7326C}" type="presOf" srcId="{FA2F6262-7671-43C9-B442-4CD1ED1E8F48}" destId="{533990C3-E530-4BBB-81E6-1CB67C71F790}" srcOrd="0" destOrd="0" presId="urn:microsoft.com/office/officeart/2018/5/layout/IconCircleLabelList"/>
    <dgm:cxn modelId="{EBC61B55-6F3C-415E-AB37-07251B6B391D}" type="presOf" srcId="{C4942B5B-D10C-4336-B044-E717581A4488}" destId="{B8B3D63C-D446-4663-B6EA-2749BF76A4C3}" srcOrd="0" destOrd="0" presId="urn:microsoft.com/office/officeart/2018/5/layout/IconCircleLabelList"/>
    <dgm:cxn modelId="{4D5C0958-9C82-470C-AF93-013EC60C3F9C}" type="presOf" srcId="{773C77C6-5A39-4F3F-BA2C-D0444A50932A}" destId="{9E481C97-E869-49BB-934F-5D1C669518A5}" srcOrd="0" destOrd="0" presId="urn:microsoft.com/office/officeart/2018/5/layout/IconCircleLabelList"/>
    <dgm:cxn modelId="{30115378-32E6-4E7F-BCE4-5090DEE9FE6C}" srcId="{9DE14840-4763-44F8-8585-9F38C87637F1}" destId="{773C77C6-5A39-4F3F-BA2C-D0444A50932A}" srcOrd="1" destOrd="0" parTransId="{CAF92B17-25CF-4529-83C5-FBE63FE8D3BC}" sibTransId="{B4532839-974B-49E9-9762-B7685980BDF7}"/>
    <dgm:cxn modelId="{54AAB6DB-F906-4E74-A451-8B5F69842071}" type="presOf" srcId="{9DE14840-4763-44F8-8585-9F38C87637F1}" destId="{20980B6A-99DB-47BB-B858-46F86BC4FDF4}" srcOrd="0" destOrd="0" presId="urn:microsoft.com/office/officeart/2018/5/layout/IconCircleLabelList"/>
    <dgm:cxn modelId="{F82AF3A3-E2EE-4CF8-B5BE-E55F0E2971E0}" type="presParOf" srcId="{20980B6A-99DB-47BB-B858-46F86BC4FDF4}" destId="{C188C3CD-B4CB-4009-9D29-0554C841A50B}" srcOrd="0" destOrd="0" presId="urn:microsoft.com/office/officeart/2018/5/layout/IconCircleLabelList"/>
    <dgm:cxn modelId="{E15DB438-7500-4950-91DF-F1CBF5C923AB}" type="presParOf" srcId="{C188C3CD-B4CB-4009-9D29-0554C841A50B}" destId="{FDA41584-6E69-4E2B-99B0-CECF4A34C442}" srcOrd="0" destOrd="0" presId="urn:microsoft.com/office/officeart/2018/5/layout/IconCircleLabelList"/>
    <dgm:cxn modelId="{8BCCF539-6572-44B9-B04F-AFF955E644BE}" type="presParOf" srcId="{C188C3CD-B4CB-4009-9D29-0554C841A50B}" destId="{8DDAA242-CEBE-4F06-8F04-951561CC6AF5}" srcOrd="1" destOrd="0" presId="urn:microsoft.com/office/officeart/2018/5/layout/IconCircleLabelList"/>
    <dgm:cxn modelId="{096798C8-D0DB-4D0C-951C-BF6439AFB41E}" type="presParOf" srcId="{C188C3CD-B4CB-4009-9D29-0554C841A50B}" destId="{553B46C5-1E2C-40A6-977F-6E80768E777C}" srcOrd="2" destOrd="0" presId="urn:microsoft.com/office/officeart/2018/5/layout/IconCircleLabelList"/>
    <dgm:cxn modelId="{9F050C31-F345-41B7-BC5A-5B1E47E15AFF}" type="presParOf" srcId="{C188C3CD-B4CB-4009-9D29-0554C841A50B}" destId="{B8B3D63C-D446-4663-B6EA-2749BF76A4C3}" srcOrd="3" destOrd="0" presId="urn:microsoft.com/office/officeart/2018/5/layout/IconCircleLabelList"/>
    <dgm:cxn modelId="{5C7DD7B8-CEC6-4627-A572-A70A21F5BCC4}" type="presParOf" srcId="{20980B6A-99DB-47BB-B858-46F86BC4FDF4}" destId="{6BEB7A02-BF03-4F93-808E-41366BC071A9}" srcOrd="1" destOrd="0" presId="urn:microsoft.com/office/officeart/2018/5/layout/IconCircleLabelList"/>
    <dgm:cxn modelId="{3A1565B4-2636-4B8F-905E-32E25793DC2C}" type="presParOf" srcId="{20980B6A-99DB-47BB-B858-46F86BC4FDF4}" destId="{6A4AF813-0BA2-41A2-AF0A-5A43600F3B33}" srcOrd="2" destOrd="0" presId="urn:microsoft.com/office/officeart/2018/5/layout/IconCircleLabelList"/>
    <dgm:cxn modelId="{E6010EB3-E731-4469-97F4-4E92C4DE2652}" type="presParOf" srcId="{6A4AF813-0BA2-41A2-AF0A-5A43600F3B33}" destId="{4961C763-4919-46E6-B4E2-825DBC6AE8C9}" srcOrd="0" destOrd="0" presId="urn:microsoft.com/office/officeart/2018/5/layout/IconCircleLabelList"/>
    <dgm:cxn modelId="{515A46CA-5BD9-4CCA-BB5A-3AEFFE909405}" type="presParOf" srcId="{6A4AF813-0BA2-41A2-AF0A-5A43600F3B33}" destId="{52C7147A-72AF-463D-B92F-DEAE2E74D3E9}" srcOrd="1" destOrd="0" presId="urn:microsoft.com/office/officeart/2018/5/layout/IconCircleLabelList"/>
    <dgm:cxn modelId="{764E553E-2C36-4F6E-A43E-AB3EDC202453}" type="presParOf" srcId="{6A4AF813-0BA2-41A2-AF0A-5A43600F3B33}" destId="{3D43E1A1-15E8-48BA-80AF-04F947E4D25B}" srcOrd="2" destOrd="0" presId="urn:microsoft.com/office/officeart/2018/5/layout/IconCircleLabelList"/>
    <dgm:cxn modelId="{C68AD11D-7609-4C4C-AE2D-1DE60A7E6B5C}" type="presParOf" srcId="{6A4AF813-0BA2-41A2-AF0A-5A43600F3B33}" destId="{9E481C97-E869-49BB-934F-5D1C669518A5}" srcOrd="3" destOrd="0" presId="urn:microsoft.com/office/officeart/2018/5/layout/IconCircleLabelList"/>
    <dgm:cxn modelId="{C99D44E7-DCA1-423A-9325-2875EF5CCC34}" type="presParOf" srcId="{20980B6A-99DB-47BB-B858-46F86BC4FDF4}" destId="{8C98B3DC-8C55-41D1-9E8C-76C137FAE766}" srcOrd="3" destOrd="0" presId="urn:microsoft.com/office/officeart/2018/5/layout/IconCircleLabelList"/>
    <dgm:cxn modelId="{E40E4E23-1E0E-4F01-82DE-8EE838660EBE}" type="presParOf" srcId="{20980B6A-99DB-47BB-B858-46F86BC4FDF4}" destId="{10B4D561-1F6A-441F-A5CA-5D07E6C69676}" srcOrd="4" destOrd="0" presId="urn:microsoft.com/office/officeart/2018/5/layout/IconCircleLabelList"/>
    <dgm:cxn modelId="{9D1FCD27-B59D-445F-8069-EAB5D92782BA}" type="presParOf" srcId="{10B4D561-1F6A-441F-A5CA-5D07E6C69676}" destId="{DC23533E-CA32-4D0F-B3A1-9026B185D157}" srcOrd="0" destOrd="0" presId="urn:microsoft.com/office/officeart/2018/5/layout/IconCircleLabelList"/>
    <dgm:cxn modelId="{FF8AAED8-3406-4CA4-BFB9-B4BECED83F9F}" type="presParOf" srcId="{10B4D561-1F6A-441F-A5CA-5D07E6C69676}" destId="{BFAB5F52-5BAB-4AD1-B2F4-53DBC3A4E0F2}" srcOrd="1" destOrd="0" presId="urn:microsoft.com/office/officeart/2018/5/layout/IconCircleLabelList"/>
    <dgm:cxn modelId="{28118139-5C9A-4C30-813E-0CECA4AEDE8F}" type="presParOf" srcId="{10B4D561-1F6A-441F-A5CA-5D07E6C69676}" destId="{DCB195D9-365E-40F5-8A49-DA8931DECB10}" srcOrd="2" destOrd="0" presId="urn:microsoft.com/office/officeart/2018/5/layout/IconCircleLabelList"/>
    <dgm:cxn modelId="{EF63D01F-B9CE-4E5D-ACC5-D5F37AF177E6}" type="presParOf" srcId="{10B4D561-1F6A-441F-A5CA-5D07E6C69676}" destId="{533990C3-E530-4BBB-81E6-1CB67C71F790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25843CF-54D8-4389-838A-F14E751EFD91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C5AA2EFC-0F79-4597-ADB2-84A592A9984E}">
      <dgm:prSet/>
      <dgm:spPr/>
      <dgm:t>
        <a:bodyPr/>
        <a:lstStyle/>
        <a:p>
          <a:pPr>
            <a:defRPr cap="all"/>
          </a:pPr>
          <a:r>
            <a:rPr lang="en-US"/>
            <a:t>Work waits in queues longer than it is processed.</a:t>
          </a:r>
        </a:p>
      </dgm:t>
    </dgm:pt>
    <dgm:pt modelId="{055A82AE-4C7A-4010-9A09-A2B3DE17A0AA}" type="parTrans" cxnId="{E793B84E-DFC7-4823-9B0C-48E36F089DD5}">
      <dgm:prSet/>
      <dgm:spPr/>
      <dgm:t>
        <a:bodyPr/>
        <a:lstStyle/>
        <a:p>
          <a:endParaRPr lang="en-US"/>
        </a:p>
      </dgm:t>
    </dgm:pt>
    <dgm:pt modelId="{6A7E557B-FCB9-47D4-9549-45ACE9D8ED31}" type="sibTrans" cxnId="{E793B84E-DFC7-4823-9B0C-48E36F089DD5}">
      <dgm:prSet/>
      <dgm:spPr/>
      <dgm:t>
        <a:bodyPr/>
        <a:lstStyle/>
        <a:p>
          <a:endParaRPr lang="en-US"/>
        </a:p>
      </dgm:t>
    </dgm:pt>
    <dgm:pt modelId="{4B6162EC-DA2A-4E5E-999D-D0CFDBFCCEC1}">
      <dgm:prSet/>
      <dgm:spPr/>
      <dgm:t>
        <a:bodyPr/>
        <a:lstStyle/>
        <a:p>
          <a:pPr>
            <a:defRPr cap="all"/>
          </a:pPr>
          <a:r>
            <a:rPr lang="en-US"/>
            <a:t>Sequential workflows increase delays.</a:t>
          </a:r>
        </a:p>
      </dgm:t>
    </dgm:pt>
    <dgm:pt modelId="{DEF3CAFA-A9BB-4A73-9F63-4F86A57A0AB2}" type="parTrans" cxnId="{A2C119BC-153F-4062-8869-8538662CF91A}">
      <dgm:prSet/>
      <dgm:spPr/>
      <dgm:t>
        <a:bodyPr/>
        <a:lstStyle/>
        <a:p>
          <a:endParaRPr lang="en-US"/>
        </a:p>
      </dgm:t>
    </dgm:pt>
    <dgm:pt modelId="{30DAFAD0-5AFF-4E57-864C-F47120B1E4B2}" type="sibTrans" cxnId="{A2C119BC-153F-4062-8869-8538662CF91A}">
      <dgm:prSet/>
      <dgm:spPr/>
      <dgm:t>
        <a:bodyPr/>
        <a:lstStyle/>
        <a:p>
          <a:endParaRPr lang="en-US"/>
        </a:p>
      </dgm:t>
    </dgm:pt>
    <dgm:pt modelId="{E9C6A5F2-A1AB-4881-A26A-D3DC9D8E4F44}">
      <dgm:prSet/>
      <dgm:spPr/>
      <dgm:t>
        <a:bodyPr/>
        <a:lstStyle/>
        <a:p>
          <a:pPr>
            <a:defRPr cap="all"/>
          </a:pPr>
          <a:r>
            <a:rPr lang="en-US"/>
            <a:t>Manual deployments create scheduling bottlenecks.</a:t>
          </a:r>
        </a:p>
      </dgm:t>
    </dgm:pt>
    <dgm:pt modelId="{A8E2F0B9-6BDA-452C-8421-3DC266C7B4D6}" type="parTrans" cxnId="{31E06EB6-ECCC-4C06-891C-46D352CE3579}">
      <dgm:prSet/>
      <dgm:spPr/>
      <dgm:t>
        <a:bodyPr/>
        <a:lstStyle/>
        <a:p>
          <a:endParaRPr lang="en-US"/>
        </a:p>
      </dgm:t>
    </dgm:pt>
    <dgm:pt modelId="{D3607730-34DC-465D-80A5-A5974072594B}" type="sibTrans" cxnId="{31E06EB6-ECCC-4C06-891C-46D352CE3579}">
      <dgm:prSet/>
      <dgm:spPr/>
      <dgm:t>
        <a:bodyPr/>
        <a:lstStyle/>
        <a:p>
          <a:endParaRPr lang="en-US"/>
        </a:p>
      </dgm:t>
    </dgm:pt>
    <dgm:pt modelId="{CB170611-E58D-448D-B688-6B6A9C89897A}">
      <dgm:prSet/>
      <dgm:spPr/>
      <dgm:t>
        <a:bodyPr/>
        <a:lstStyle/>
        <a:p>
          <a:pPr>
            <a:defRPr cap="all"/>
          </a:pPr>
          <a:r>
            <a:rPr lang="en-US"/>
            <a:t>Defects discovered late require rework.</a:t>
          </a:r>
        </a:p>
      </dgm:t>
    </dgm:pt>
    <dgm:pt modelId="{685ED7B3-43A8-44AF-8560-B0E2A4FDFA61}" type="parTrans" cxnId="{65B044F2-E1E8-413D-AA9E-ED6B3B256075}">
      <dgm:prSet/>
      <dgm:spPr/>
      <dgm:t>
        <a:bodyPr/>
        <a:lstStyle/>
        <a:p>
          <a:endParaRPr lang="en-US"/>
        </a:p>
      </dgm:t>
    </dgm:pt>
    <dgm:pt modelId="{7A826601-210C-4617-BE88-D9CB4AE56D91}" type="sibTrans" cxnId="{65B044F2-E1E8-413D-AA9E-ED6B3B256075}">
      <dgm:prSet/>
      <dgm:spPr/>
      <dgm:t>
        <a:bodyPr/>
        <a:lstStyle/>
        <a:p>
          <a:endParaRPr lang="en-US"/>
        </a:p>
      </dgm:t>
    </dgm:pt>
    <dgm:pt modelId="{54CAF8F1-9D50-4101-9A61-C4649420C399}" type="pres">
      <dgm:prSet presAssocID="{C25843CF-54D8-4389-838A-F14E751EFD91}" presName="root" presStyleCnt="0">
        <dgm:presLayoutVars>
          <dgm:dir/>
          <dgm:resizeHandles val="exact"/>
        </dgm:presLayoutVars>
      </dgm:prSet>
      <dgm:spPr/>
    </dgm:pt>
    <dgm:pt modelId="{2CCF0304-401C-4A49-A38C-E854DD640633}" type="pres">
      <dgm:prSet presAssocID="{C5AA2EFC-0F79-4597-ADB2-84A592A9984E}" presName="compNode" presStyleCnt="0"/>
      <dgm:spPr/>
    </dgm:pt>
    <dgm:pt modelId="{3D84A400-A2FE-42B8-ACEA-7F61FCE27598}" type="pres">
      <dgm:prSet presAssocID="{C5AA2EFC-0F79-4597-ADB2-84A592A9984E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1347D557-1B40-4203-AC07-4AA97DDFF2BA}" type="pres">
      <dgm:prSet presAssocID="{C5AA2EFC-0F79-4597-ADB2-84A592A9984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69FEFB09-0550-4D8E-8C7D-0C926963F189}" type="pres">
      <dgm:prSet presAssocID="{C5AA2EFC-0F79-4597-ADB2-84A592A9984E}" presName="spaceRect" presStyleCnt="0"/>
      <dgm:spPr/>
    </dgm:pt>
    <dgm:pt modelId="{3A23BFD0-EE18-4EC1-B5FD-333680E7A736}" type="pres">
      <dgm:prSet presAssocID="{C5AA2EFC-0F79-4597-ADB2-84A592A9984E}" presName="textRect" presStyleLbl="revTx" presStyleIdx="0" presStyleCnt="4">
        <dgm:presLayoutVars>
          <dgm:chMax val="1"/>
          <dgm:chPref val="1"/>
        </dgm:presLayoutVars>
      </dgm:prSet>
      <dgm:spPr/>
    </dgm:pt>
    <dgm:pt modelId="{895DAD4F-D42A-42DF-BB84-8CAC806DBD3C}" type="pres">
      <dgm:prSet presAssocID="{6A7E557B-FCB9-47D4-9549-45ACE9D8ED31}" presName="sibTrans" presStyleCnt="0"/>
      <dgm:spPr/>
    </dgm:pt>
    <dgm:pt modelId="{A4FD9BBC-A33D-4172-8A6E-BD54954AEEFD}" type="pres">
      <dgm:prSet presAssocID="{4B6162EC-DA2A-4E5E-999D-D0CFDBFCCEC1}" presName="compNode" presStyleCnt="0"/>
      <dgm:spPr/>
    </dgm:pt>
    <dgm:pt modelId="{566B1D10-3DFD-4649-ADEC-35169182DAC2}" type="pres">
      <dgm:prSet presAssocID="{4B6162EC-DA2A-4E5E-999D-D0CFDBFCCEC1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2A2422F8-8963-489C-BDBF-06228A36046D}" type="pres">
      <dgm:prSet presAssocID="{4B6162EC-DA2A-4E5E-999D-D0CFDBFCCEC1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orkflow"/>
        </a:ext>
      </dgm:extLst>
    </dgm:pt>
    <dgm:pt modelId="{11162413-0509-4C9B-9090-E2FD39A07A84}" type="pres">
      <dgm:prSet presAssocID="{4B6162EC-DA2A-4E5E-999D-D0CFDBFCCEC1}" presName="spaceRect" presStyleCnt="0"/>
      <dgm:spPr/>
    </dgm:pt>
    <dgm:pt modelId="{28B8C19B-7D7E-465A-904A-49A576A2AD6B}" type="pres">
      <dgm:prSet presAssocID="{4B6162EC-DA2A-4E5E-999D-D0CFDBFCCEC1}" presName="textRect" presStyleLbl="revTx" presStyleIdx="1" presStyleCnt="4">
        <dgm:presLayoutVars>
          <dgm:chMax val="1"/>
          <dgm:chPref val="1"/>
        </dgm:presLayoutVars>
      </dgm:prSet>
      <dgm:spPr/>
    </dgm:pt>
    <dgm:pt modelId="{4F685B86-8411-4468-804D-5E6B2FD2B402}" type="pres">
      <dgm:prSet presAssocID="{30DAFAD0-5AFF-4E57-864C-F47120B1E4B2}" presName="sibTrans" presStyleCnt="0"/>
      <dgm:spPr/>
    </dgm:pt>
    <dgm:pt modelId="{894CB0EB-4273-4CDF-A096-269383E60C77}" type="pres">
      <dgm:prSet presAssocID="{E9C6A5F2-A1AB-4881-A26A-D3DC9D8E4F44}" presName="compNode" presStyleCnt="0"/>
      <dgm:spPr/>
    </dgm:pt>
    <dgm:pt modelId="{B0333F7E-0D1C-43FE-81CE-2D44460C7B7F}" type="pres">
      <dgm:prSet presAssocID="{E9C6A5F2-A1AB-4881-A26A-D3DC9D8E4F44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A70EBA2F-1C1A-45D2-8D33-978E8640006B}" type="pres">
      <dgm:prSet presAssocID="{E9C6A5F2-A1AB-4881-A26A-D3DC9D8E4F4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8F979891-223F-4B6B-BFE9-A3CC6C0A2923}" type="pres">
      <dgm:prSet presAssocID="{E9C6A5F2-A1AB-4881-A26A-D3DC9D8E4F44}" presName="spaceRect" presStyleCnt="0"/>
      <dgm:spPr/>
    </dgm:pt>
    <dgm:pt modelId="{6903E796-1594-4763-BC71-FA5266EAE05B}" type="pres">
      <dgm:prSet presAssocID="{E9C6A5F2-A1AB-4881-A26A-D3DC9D8E4F44}" presName="textRect" presStyleLbl="revTx" presStyleIdx="2" presStyleCnt="4">
        <dgm:presLayoutVars>
          <dgm:chMax val="1"/>
          <dgm:chPref val="1"/>
        </dgm:presLayoutVars>
      </dgm:prSet>
      <dgm:spPr/>
    </dgm:pt>
    <dgm:pt modelId="{928AE4A4-F867-4F0C-98E9-596F8141A382}" type="pres">
      <dgm:prSet presAssocID="{D3607730-34DC-465D-80A5-A5974072594B}" presName="sibTrans" presStyleCnt="0"/>
      <dgm:spPr/>
    </dgm:pt>
    <dgm:pt modelId="{01952EE7-1F1E-4A29-BED5-1EFDA3C36B1D}" type="pres">
      <dgm:prSet presAssocID="{CB170611-E58D-448D-B688-6B6A9C89897A}" presName="compNode" presStyleCnt="0"/>
      <dgm:spPr/>
    </dgm:pt>
    <dgm:pt modelId="{8273C30B-9C40-4189-B1D7-1024C2087AE3}" type="pres">
      <dgm:prSet presAssocID="{CB170611-E58D-448D-B688-6B6A9C89897A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0FF17D2D-836B-49C5-84A1-A85724D8A780}" type="pres">
      <dgm:prSet presAssocID="{CB170611-E58D-448D-B688-6B6A9C89897A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A233C4F2-D348-4145-9727-F9591AFA9B2F}" type="pres">
      <dgm:prSet presAssocID="{CB170611-E58D-448D-B688-6B6A9C89897A}" presName="spaceRect" presStyleCnt="0"/>
      <dgm:spPr/>
    </dgm:pt>
    <dgm:pt modelId="{A55591BC-5C20-4EAA-B618-6A4D2979DB98}" type="pres">
      <dgm:prSet presAssocID="{CB170611-E58D-448D-B688-6B6A9C89897A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FAEF253B-E172-4F3C-A912-445D04667FE3}" type="presOf" srcId="{C25843CF-54D8-4389-838A-F14E751EFD91}" destId="{54CAF8F1-9D50-4101-9A61-C4649420C399}" srcOrd="0" destOrd="0" presId="urn:microsoft.com/office/officeart/2018/5/layout/IconLeafLabelList"/>
    <dgm:cxn modelId="{AF83713D-1DFD-4ABD-A54B-5366202D6024}" type="presOf" srcId="{E9C6A5F2-A1AB-4881-A26A-D3DC9D8E4F44}" destId="{6903E796-1594-4763-BC71-FA5266EAE05B}" srcOrd="0" destOrd="0" presId="urn:microsoft.com/office/officeart/2018/5/layout/IconLeafLabelList"/>
    <dgm:cxn modelId="{1910DA63-7E10-4C7F-BD6E-17295D3131A4}" type="presOf" srcId="{4B6162EC-DA2A-4E5E-999D-D0CFDBFCCEC1}" destId="{28B8C19B-7D7E-465A-904A-49A576A2AD6B}" srcOrd="0" destOrd="0" presId="urn:microsoft.com/office/officeart/2018/5/layout/IconLeafLabelList"/>
    <dgm:cxn modelId="{E793B84E-DFC7-4823-9B0C-48E36F089DD5}" srcId="{C25843CF-54D8-4389-838A-F14E751EFD91}" destId="{C5AA2EFC-0F79-4597-ADB2-84A592A9984E}" srcOrd="0" destOrd="0" parTransId="{055A82AE-4C7A-4010-9A09-A2B3DE17A0AA}" sibTransId="{6A7E557B-FCB9-47D4-9549-45ACE9D8ED31}"/>
    <dgm:cxn modelId="{D5B55784-ADE5-4D8A-807A-83D61FCE5154}" type="presOf" srcId="{C5AA2EFC-0F79-4597-ADB2-84A592A9984E}" destId="{3A23BFD0-EE18-4EC1-B5FD-333680E7A736}" srcOrd="0" destOrd="0" presId="urn:microsoft.com/office/officeart/2018/5/layout/IconLeafLabelList"/>
    <dgm:cxn modelId="{31E06EB6-ECCC-4C06-891C-46D352CE3579}" srcId="{C25843CF-54D8-4389-838A-F14E751EFD91}" destId="{E9C6A5F2-A1AB-4881-A26A-D3DC9D8E4F44}" srcOrd="2" destOrd="0" parTransId="{A8E2F0B9-6BDA-452C-8421-3DC266C7B4D6}" sibTransId="{D3607730-34DC-465D-80A5-A5974072594B}"/>
    <dgm:cxn modelId="{A2C119BC-153F-4062-8869-8538662CF91A}" srcId="{C25843CF-54D8-4389-838A-F14E751EFD91}" destId="{4B6162EC-DA2A-4E5E-999D-D0CFDBFCCEC1}" srcOrd="1" destOrd="0" parTransId="{DEF3CAFA-A9BB-4A73-9F63-4F86A57A0AB2}" sibTransId="{30DAFAD0-5AFF-4E57-864C-F47120B1E4B2}"/>
    <dgm:cxn modelId="{E7E59EC0-3E54-4057-929D-E54AAB38E334}" type="presOf" srcId="{CB170611-E58D-448D-B688-6B6A9C89897A}" destId="{A55591BC-5C20-4EAA-B618-6A4D2979DB98}" srcOrd="0" destOrd="0" presId="urn:microsoft.com/office/officeart/2018/5/layout/IconLeafLabelList"/>
    <dgm:cxn modelId="{65B044F2-E1E8-413D-AA9E-ED6B3B256075}" srcId="{C25843CF-54D8-4389-838A-F14E751EFD91}" destId="{CB170611-E58D-448D-B688-6B6A9C89897A}" srcOrd="3" destOrd="0" parTransId="{685ED7B3-43A8-44AF-8560-B0E2A4FDFA61}" sibTransId="{7A826601-210C-4617-BE88-D9CB4AE56D91}"/>
    <dgm:cxn modelId="{D00FD32E-94AD-4797-9E4B-CFB2110AE02C}" type="presParOf" srcId="{54CAF8F1-9D50-4101-9A61-C4649420C399}" destId="{2CCF0304-401C-4A49-A38C-E854DD640633}" srcOrd="0" destOrd="0" presId="urn:microsoft.com/office/officeart/2018/5/layout/IconLeafLabelList"/>
    <dgm:cxn modelId="{AFFDDCEA-4DAE-4594-AEFB-5E83763E4888}" type="presParOf" srcId="{2CCF0304-401C-4A49-A38C-E854DD640633}" destId="{3D84A400-A2FE-42B8-ACEA-7F61FCE27598}" srcOrd="0" destOrd="0" presId="urn:microsoft.com/office/officeart/2018/5/layout/IconLeafLabelList"/>
    <dgm:cxn modelId="{00C6F752-9594-42DB-B489-5C2CC12616F5}" type="presParOf" srcId="{2CCF0304-401C-4A49-A38C-E854DD640633}" destId="{1347D557-1B40-4203-AC07-4AA97DDFF2BA}" srcOrd="1" destOrd="0" presId="urn:microsoft.com/office/officeart/2018/5/layout/IconLeafLabelList"/>
    <dgm:cxn modelId="{B0A32524-E708-4175-B18A-2E184B423851}" type="presParOf" srcId="{2CCF0304-401C-4A49-A38C-E854DD640633}" destId="{69FEFB09-0550-4D8E-8C7D-0C926963F189}" srcOrd="2" destOrd="0" presId="urn:microsoft.com/office/officeart/2018/5/layout/IconLeafLabelList"/>
    <dgm:cxn modelId="{225A4A28-C441-4745-BB59-9C370C9427E2}" type="presParOf" srcId="{2CCF0304-401C-4A49-A38C-E854DD640633}" destId="{3A23BFD0-EE18-4EC1-B5FD-333680E7A736}" srcOrd="3" destOrd="0" presId="urn:microsoft.com/office/officeart/2018/5/layout/IconLeafLabelList"/>
    <dgm:cxn modelId="{0A074E6C-7989-479F-9475-552FA28C82A4}" type="presParOf" srcId="{54CAF8F1-9D50-4101-9A61-C4649420C399}" destId="{895DAD4F-D42A-42DF-BB84-8CAC806DBD3C}" srcOrd="1" destOrd="0" presId="urn:microsoft.com/office/officeart/2018/5/layout/IconLeafLabelList"/>
    <dgm:cxn modelId="{A0263413-10B5-4539-82D9-92ACF6B90CE9}" type="presParOf" srcId="{54CAF8F1-9D50-4101-9A61-C4649420C399}" destId="{A4FD9BBC-A33D-4172-8A6E-BD54954AEEFD}" srcOrd="2" destOrd="0" presId="urn:microsoft.com/office/officeart/2018/5/layout/IconLeafLabelList"/>
    <dgm:cxn modelId="{65251DE5-8B77-4456-BCED-FB030D9D1496}" type="presParOf" srcId="{A4FD9BBC-A33D-4172-8A6E-BD54954AEEFD}" destId="{566B1D10-3DFD-4649-ADEC-35169182DAC2}" srcOrd="0" destOrd="0" presId="urn:microsoft.com/office/officeart/2018/5/layout/IconLeafLabelList"/>
    <dgm:cxn modelId="{CEB99394-D109-4509-9290-0F2F5F4D98D9}" type="presParOf" srcId="{A4FD9BBC-A33D-4172-8A6E-BD54954AEEFD}" destId="{2A2422F8-8963-489C-BDBF-06228A36046D}" srcOrd="1" destOrd="0" presId="urn:microsoft.com/office/officeart/2018/5/layout/IconLeafLabelList"/>
    <dgm:cxn modelId="{A1F526BE-2852-41DF-AD87-C434FAAD3EFA}" type="presParOf" srcId="{A4FD9BBC-A33D-4172-8A6E-BD54954AEEFD}" destId="{11162413-0509-4C9B-9090-E2FD39A07A84}" srcOrd="2" destOrd="0" presId="urn:microsoft.com/office/officeart/2018/5/layout/IconLeafLabelList"/>
    <dgm:cxn modelId="{3A300C9E-0E79-4388-95F1-D59D6AC0CD75}" type="presParOf" srcId="{A4FD9BBC-A33D-4172-8A6E-BD54954AEEFD}" destId="{28B8C19B-7D7E-465A-904A-49A576A2AD6B}" srcOrd="3" destOrd="0" presId="urn:microsoft.com/office/officeart/2018/5/layout/IconLeafLabelList"/>
    <dgm:cxn modelId="{7F8EDF38-7EE6-4C6A-81D7-049459638AE2}" type="presParOf" srcId="{54CAF8F1-9D50-4101-9A61-C4649420C399}" destId="{4F685B86-8411-4468-804D-5E6B2FD2B402}" srcOrd="3" destOrd="0" presId="urn:microsoft.com/office/officeart/2018/5/layout/IconLeafLabelList"/>
    <dgm:cxn modelId="{39B0634B-845B-4A4D-9CE9-AECF1475A6C9}" type="presParOf" srcId="{54CAF8F1-9D50-4101-9A61-C4649420C399}" destId="{894CB0EB-4273-4CDF-A096-269383E60C77}" srcOrd="4" destOrd="0" presId="urn:microsoft.com/office/officeart/2018/5/layout/IconLeafLabelList"/>
    <dgm:cxn modelId="{209546CC-3055-4712-BAA3-BBD60FBDC5C2}" type="presParOf" srcId="{894CB0EB-4273-4CDF-A096-269383E60C77}" destId="{B0333F7E-0D1C-43FE-81CE-2D44460C7B7F}" srcOrd="0" destOrd="0" presId="urn:microsoft.com/office/officeart/2018/5/layout/IconLeafLabelList"/>
    <dgm:cxn modelId="{D736F196-858F-414B-877A-FCF548A71DFC}" type="presParOf" srcId="{894CB0EB-4273-4CDF-A096-269383E60C77}" destId="{A70EBA2F-1C1A-45D2-8D33-978E8640006B}" srcOrd="1" destOrd="0" presId="urn:microsoft.com/office/officeart/2018/5/layout/IconLeafLabelList"/>
    <dgm:cxn modelId="{E207E349-2028-45B7-B54D-AFC0BCE063BA}" type="presParOf" srcId="{894CB0EB-4273-4CDF-A096-269383E60C77}" destId="{8F979891-223F-4B6B-BFE9-A3CC6C0A2923}" srcOrd="2" destOrd="0" presId="urn:microsoft.com/office/officeart/2018/5/layout/IconLeafLabelList"/>
    <dgm:cxn modelId="{0E9FB63B-0E2E-4351-9275-594516A268F4}" type="presParOf" srcId="{894CB0EB-4273-4CDF-A096-269383E60C77}" destId="{6903E796-1594-4763-BC71-FA5266EAE05B}" srcOrd="3" destOrd="0" presId="urn:microsoft.com/office/officeart/2018/5/layout/IconLeafLabelList"/>
    <dgm:cxn modelId="{37DAD4F4-6EB2-436D-9346-2FF2B9E804F1}" type="presParOf" srcId="{54CAF8F1-9D50-4101-9A61-C4649420C399}" destId="{928AE4A4-F867-4F0C-98E9-596F8141A382}" srcOrd="5" destOrd="0" presId="urn:microsoft.com/office/officeart/2018/5/layout/IconLeafLabelList"/>
    <dgm:cxn modelId="{1E5281CF-0D40-41D8-8EC3-431F6F34EE87}" type="presParOf" srcId="{54CAF8F1-9D50-4101-9A61-C4649420C399}" destId="{01952EE7-1F1E-4A29-BED5-1EFDA3C36B1D}" srcOrd="6" destOrd="0" presId="urn:microsoft.com/office/officeart/2018/5/layout/IconLeafLabelList"/>
    <dgm:cxn modelId="{9503C674-86B3-4C68-BE17-8F1159AE7CE3}" type="presParOf" srcId="{01952EE7-1F1E-4A29-BED5-1EFDA3C36B1D}" destId="{8273C30B-9C40-4189-B1D7-1024C2087AE3}" srcOrd="0" destOrd="0" presId="urn:microsoft.com/office/officeart/2018/5/layout/IconLeafLabelList"/>
    <dgm:cxn modelId="{E492E6E4-7AA8-4755-9071-8C08191D8ABF}" type="presParOf" srcId="{01952EE7-1F1E-4A29-BED5-1EFDA3C36B1D}" destId="{0FF17D2D-836B-49C5-84A1-A85724D8A780}" srcOrd="1" destOrd="0" presId="urn:microsoft.com/office/officeart/2018/5/layout/IconLeafLabelList"/>
    <dgm:cxn modelId="{BCEBCA8E-931B-453A-B899-4D8AB07097F0}" type="presParOf" srcId="{01952EE7-1F1E-4A29-BED5-1EFDA3C36B1D}" destId="{A233C4F2-D348-4145-9727-F9591AFA9B2F}" srcOrd="2" destOrd="0" presId="urn:microsoft.com/office/officeart/2018/5/layout/IconLeafLabelList"/>
    <dgm:cxn modelId="{ED30749C-D7AB-4FEC-91C2-0DA7D6E3F477}" type="presParOf" srcId="{01952EE7-1F1E-4A29-BED5-1EFDA3C36B1D}" destId="{A55591BC-5C20-4EAA-B618-6A4D2979DB98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B61704C-BD00-409B-A629-1BF627BA4ED7}" type="doc">
      <dgm:prSet loTypeId="urn:microsoft.com/office/officeart/2005/8/layout/process4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80C019A-DF03-4844-A4A5-3F24AD246EBB}">
      <dgm:prSet/>
      <dgm:spPr/>
      <dgm:t>
        <a:bodyPr/>
        <a:lstStyle/>
        <a:p>
          <a:r>
            <a:rPr lang="en-US"/>
            <a:t>DevOps aims for deployment lead times measured in minutes.</a:t>
          </a:r>
        </a:p>
      </dgm:t>
    </dgm:pt>
    <dgm:pt modelId="{29B74B3B-65DC-44B0-A374-5979AABD868E}" type="parTrans" cxnId="{C7373B45-5837-480C-9B2F-62F11DE15C25}">
      <dgm:prSet/>
      <dgm:spPr/>
      <dgm:t>
        <a:bodyPr/>
        <a:lstStyle/>
        <a:p>
          <a:endParaRPr lang="en-US"/>
        </a:p>
      </dgm:t>
    </dgm:pt>
    <dgm:pt modelId="{BDBDCAE6-3DD2-4B60-AE3A-6CEBF7716CD4}" type="sibTrans" cxnId="{C7373B45-5837-480C-9B2F-62F11DE15C25}">
      <dgm:prSet/>
      <dgm:spPr/>
      <dgm:t>
        <a:bodyPr/>
        <a:lstStyle/>
        <a:p>
          <a:endParaRPr lang="en-US"/>
        </a:p>
      </dgm:t>
    </dgm:pt>
    <dgm:pt modelId="{8DA81E5D-1663-4635-B66A-D3560A979290}">
      <dgm:prSet/>
      <dgm:spPr/>
      <dgm:t>
        <a:bodyPr/>
        <a:lstStyle/>
        <a:p>
          <a:r>
            <a:rPr lang="en-US"/>
            <a:t>Achieved through:</a:t>
          </a:r>
        </a:p>
      </dgm:t>
    </dgm:pt>
    <dgm:pt modelId="{099EA109-5067-4FEF-A6FA-E7CA85627B8C}" type="parTrans" cxnId="{84A698D2-E874-4929-A893-30718B18E243}">
      <dgm:prSet/>
      <dgm:spPr/>
      <dgm:t>
        <a:bodyPr/>
        <a:lstStyle/>
        <a:p>
          <a:endParaRPr lang="en-US"/>
        </a:p>
      </dgm:t>
    </dgm:pt>
    <dgm:pt modelId="{C0BC503C-FBEA-4765-AFDE-BB1CCF29B130}" type="sibTrans" cxnId="{84A698D2-E874-4929-A893-30718B18E243}">
      <dgm:prSet/>
      <dgm:spPr/>
      <dgm:t>
        <a:bodyPr/>
        <a:lstStyle/>
        <a:p>
          <a:endParaRPr lang="en-US"/>
        </a:p>
      </dgm:t>
    </dgm:pt>
    <dgm:pt modelId="{33FAD57F-F137-4A65-88BC-5C1FEAA6DA9E}">
      <dgm:prSet/>
      <dgm:spPr/>
      <dgm:t>
        <a:bodyPr/>
        <a:lstStyle/>
        <a:p>
          <a:r>
            <a:rPr lang="en-US"/>
            <a:t>Automation</a:t>
          </a:r>
        </a:p>
      </dgm:t>
    </dgm:pt>
    <dgm:pt modelId="{4A72C2FA-778A-4A93-A2DB-8FC1B8162AEE}" type="parTrans" cxnId="{C7058C41-9455-4DD6-BDE0-80561CECC265}">
      <dgm:prSet/>
      <dgm:spPr/>
      <dgm:t>
        <a:bodyPr/>
        <a:lstStyle/>
        <a:p>
          <a:endParaRPr lang="en-US"/>
        </a:p>
      </dgm:t>
    </dgm:pt>
    <dgm:pt modelId="{2D258B68-9814-488D-8EF4-82817107D6DE}" type="sibTrans" cxnId="{C7058C41-9455-4DD6-BDE0-80561CECC265}">
      <dgm:prSet/>
      <dgm:spPr/>
      <dgm:t>
        <a:bodyPr/>
        <a:lstStyle/>
        <a:p>
          <a:endParaRPr lang="en-US"/>
        </a:p>
      </dgm:t>
    </dgm:pt>
    <dgm:pt modelId="{49F3B5FB-CE11-4F7A-9857-DD97CD42B298}">
      <dgm:prSet/>
      <dgm:spPr/>
      <dgm:t>
        <a:bodyPr/>
        <a:lstStyle/>
        <a:p>
          <a:r>
            <a:rPr lang="en-US"/>
            <a:t>Continuous integration</a:t>
          </a:r>
        </a:p>
      </dgm:t>
    </dgm:pt>
    <dgm:pt modelId="{D6146159-B688-440F-A875-9B66CECFEDCF}" type="parTrans" cxnId="{5B63C283-9C58-44D8-87B9-D54DDF520DDC}">
      <dgm:prSet/>
      <dgm:spPr/>
      <dgm:t>
        <a:bodyPr/>
        <a:lstStyle/>
        <a:p>
          <a:endParaRPr lang="en-US"/>
        </a:p>
      </dgm:t>
    </dgm:pt>
    <dgm:pt modelId="{1AA1E2D8-02F9-4124-B04A-074DE74B581E}" type="sibTrans" cxnId="{5B63C283-9C58-44D8-87B9-D54DDF520DDC}">
      <dgm:prSet/>
      <dgm:spPr/>
      <dgm:t>
        <a:bodyPr/>
        <a:lstStyle/>
        <a:p>
          <a:endParaRPr lang="en-US"/>
        </a:p>
      </dgm:t>
    </dgm:pt>
    <dgm:pt modelId="{964450A8-77F1-4633-9215-FBD8080D26C1}">
      <dgm:prSet/>
      <dgm:spPr/>
      <dgm:t>
        <a:bodyPr/>
        <a:lstStyle/>
        <a:p>
          <a:r>
            <a:rPr lang="en-US"/>
            <a:t>Continuous delivery</a:t>
          </a:r>
        </a:p>
      </dgm:t>
    </dgm:pt>
    <dgm:pt modelId="{C8FB56DC-D318-4E55-B0A2-CDA21140514D}" type="parTrans" cxnId="{109191C0-DC88-4605-A2A9-CAA7AA2B4D99}">
      <dgm:prSet/>
      <dgm:spPr/>
      <dgm:t>
        <a:bodyPr/>
        <a:lstStyle/>
        <a:p>
          <a:endParaRPr lang="en-US"/>
        </a:p>
      </dgm:t>
    </dgm:pt>
    <dgm:pt modelId="{50198E38-34D5-41F6-9FDC-8CC74626A537}" type="sibTrans" cxnId="{109191C0-DC88-4605-A2A9-CAA7AA2B4D99}">
      <dgm:prSet/>
      <dgm:spPr/>
      <dgm:t>
        <a:bodyPr/>
        <a:lstStyle/>
        <a:p>
          <a:endParaRPr lang="en-US"/>
        </a:p>
      </dgm:t>
    </dgm:pt>
    <dgm:pt modelId="{64920FF5-DE39-482A-831D-8CB0454CB832}">
      <dgm:prSet/>
      <dgm:spPr/>
      <dgm:t>
        <a:bodyPr/>
        <a:lstStyle/>
        <a:p>
          <a:r>
            <a:rPr lang="en-US"/>
            <a:t>Small batch changes</a:t>
          </a:r>
        </a:p>
      </dgm:t>
    </dgm:pt>
    <dgm:pt modelId="{A68E5C44-D7AD-45E1-9372-E8ED4F87747B}" type="parTrans" cxnId="{1861686D-C6C7-47DD-BAEB-B5D696AD4AAA}">
      <dgm:prSet/>
      <dgm:spPr/>
      <dgm:t>
        <a:bodyPr/>
        <a:lstStyle/>
        <a:p>
          <a:endParaRPr lang="en-US"/>
        </a:p>
      </dgm:t>
    </dgm:pt>
    <dgm:pt modelId="{2C088552-692C-4D2C-AD5B-E83D0F112A73}" type="sibTrans" cxnId="{1861686D-C6C7-47DD-BAEB-B5D696AD4AAA}">
      <dgm:prSet/>
      <dgm:spPr/>
      <dgm:t>
        <a:bodyPr/>
        <a:lstStyle/>
        <a:p>
          <a:endParaRPr lang="en-US"/>
        </a:p>
      </dgm:t>
    </dgm:pt>
    <dgm:pt modelId="{B7951928-6A81-4038-AA21-9FB605345F20}">
      <dgm:prSet/>
      <dgm:spPr/>
      <dgm:t>
        <a:bodyPr/>
        <a:lstStyle/>
        <a:p>
          <a:r>
            <a:rPr lang="en-US"/>
            <a:t>Teams can deploy safely and frequently.</a:t>
          </a:r>
        </a:p>
      </dgm:t>
    </dgm:pt>
    <dgm:pt modelId="{3833CA4B-EA77-43CF-BF81-94EC2B7F3125}" type="parTrans" cxnId="{0C87D72C-31D6-43B0-8CED-966D6F63DBCC}">
      <dgm:prSet/>
      <dgm:spPr/>
      <dgm:t>
        <a:bodyPr/>
        <a:lstStyle/>
        <a:p>
          <a:endParaRPr lang="en-US"/>
        </a:p>
      </dgm:t>
    </dgm:pt>
    <dgm:pt modelId="{E6383EE8-120E-4E5C-9CB5-18DCBE46168F}" type="sibTrans" cxnId="{0C87D72C-31D6-43B0-8CED-966D6F63DBCC}">
      <dgm:prSet/>
      <dgm:spPr/>
      <dgm:t>
        <a:bodyPr/>
        <a:lstStyle/>
        <a:p>
          <a:endParaRPr lang="en-US"/>
        </a:p>
      </dgm:t>
    </dgm:pt>
    <dgm:pt modelId="{62AA93C4-048F-46C3-A5C2-64F8718246EB}" type="pres">
      <dgm:prSet presAssocID="{3B61704C-BD00-409B-A629-1BF627BA4ED7}" presName="Name0" presStyleCnt="0">
        <dgm:presLayoutVars>
          <dgm:dir/>
          <dgm:animLvl val="lvl"/>
          <dgm:resizeHandles val="exact"/>
        </dgm:presLayoutVars>
      </dgm:prSet>
      <dgm:spPr/>
    </dgm:pt>
    <dgm:pt modelId="{8E7C3BFC-B66B-4CB5-8B76-523C8F22D9CC}" type="pres">
      <dgm:prSet presAssocID="{B7951928-6A81-4038-AA21-9FB605345F20}" presName="boxAndChildren" presStyleCnt="0"/>
      <dgm:spPr/>
    </dgm:pt>
    <dgm:pt modelId="{3C8B5D1C-11E6-4C7F-808A-E78D43C19544}" type="pres">
      <dgm:prSet presAssocID="{B7951928-6A81-4038-AA21-9FB605345F20}" presName="parentTextBox" presStyleLbl="node1" presStyleIdx="0" presStyleCnt="3"/>
      <dgm:spPr/>
    </dgm:pt>
    <dgm:pt modelId="{E35EA287-3A3F-40A3-952B-460A3271814F}" type="pres">
      <dgm:prSet presAssocID="{C0BC503C-FBEA-4765-AFDE-BB1CCF29B130}" presName="sp" presStyleCnt="0"/>
      <dgm:spPr/>
    </dgm:pt>
    <dgm:pt modelId="{054DEC7E-B0A8-4AD1-B0FD-861B529034B3}" type="pres">
      <dgm:prSet presAssocID="{8DA81E5D-1663-4635-B66A-D3560A979290}" presName="arrowAndChildren" presStyleCnt="0"/>
      <dgm:spPr/>
    </dgm:pt>
    <dgm:pt modelId="{7FA06E85-EAA4-4797-9BAD-E3DBC4634584}" type="pres">
      <dgm:prSet presAssocID="{8DA81E5D-1663-4635-B66A-D3560A979290}" presName="parentTextArrow" presStyleLbl="node1" presStyleIdx="0" presStyleCnt="3"/>
      <dgm:spPr/>
    </dgm:pt>
    <dgm:pt modelId="{A673D45E-1F43-42A0-A50B-0B2F806B1C81}" type="pres">
      <dgm:prSet presAssocID="{8DA81E5D-1663-4635-B66A-D3560A979290}" presName="arrow" presStyleLbl="node1" presStyleIdx="1" presStyleCnt="3"/>
      <dgm:spPr/>
    </dgm:pt>
    <dgm:pt modelId="{5C1A9DAC-2AF1-4BE3-9549-187D1FB83788}" type="pres">
      <dgm:prSet presAssocID="{8DA81E5D-1663-4635-B66A-D3560A979290}" presName="descendantArrow" presStyleCnt="0"/>
      <dgm:spPr/>
    </dgm:pt>
    <dgm:pt modelId="{980D5229-9C7A-4BBE-B95D-71DBFA78DFE8}" type="pres">
      <dgm:prSet presAssocID="{33FAD57F-F137-4A65-88BC-5C1FEAA6DA9E}" presName="childTextArrow" presStyleLbl="fgAccFollowNode1" presStyleIdx="0" presStyleCnt="4">
        <dgm:presLayoutVars>
          <dgm:bulletEnabled val="1"/>
        </dgm:presLayoutVars>
      </dgm:prSet>
      <dgm:spPr/>
    </dgm:pt>
    <dgm:pt modelId="{1EA83C49-AFF7-4ACF-8E4C-F708135CBA39}" type="pres">
      <dgm:prSet presAssocID="{49F3B5FB-CE11-4F7A-9857-DD97CD42B298}" presName="childTextArrow" presStyleLbl="fgAccFollowNode1" presStyleIdx="1" presStyleCnt="4">
        <dgm:presLayoutVars>
          <dgm:bulletEnabled val="1"/>
        </dgm:presLayoutVars>
      </dgm:prSet>
      <dgm:spPr/>
    </dgm:pt>
    <dgm:pt modelId="{FEA5BE9D-6F24-45E3-8CCC-D1D443E201FD}" type="pres">
      <dgm:prSet presAssocID="{964450A8-77F1-4633-9215-FBD8080D26C1}" presName="childTextArrow" presStyleLbl="fgAccFollowNode1" presStyleIdx="2" presStyleCnt="4">
        <dgm:presLayoutVars>
          <dgm:bulletEnabled val="1"/>
        </dgm:presLayoutVars>
      </dgm:prSet>
      <dgm:spPr/>
    </dgm:pt>
    <dgm:pt modelId="{81978688-6FBD-4174-9060-1C811CFC87B7}" type="pres">
      <dgm:prSet presAssocID="{64920FF5-DE39-482A-831D-8CB0454CB832}" presName="childTextArrow" presStyleLbl="fgAccFollowNode1" presStyleIdx="3" presStyleCnt="4">
        <dgm:presLayoutVars>
          <dgm:bulletEnabled val="1"/>
        </dgm:presLayoutVars>
      </dgm:prSet>
      <dgm:spPr/>
    </dgm:pt>
    <dgm:pt modelId="{B2AF84DF-BC42-460D-90FD-E06C610C718D}" type="pres">
      <dgm:prSet presAssocID="{BDBDCAE6-3DD2-4B60-AE3A-6CEBF7716CD4}" presName="sp" presStyleCnt="0"/>
      <dgm:spPr/>
    </dgm:pt>
    <dgm:pt modelId="{BFD0C28E-DA3A-4142-B6A2-591EF011599E}" type="pres">
      <dgm:prSet presAssocID="{C80C019A-DF03-4844-A4A5-3F24AD246EBB}" presName="arrowAndChildren" presStyleCnt="0"/>
      <dgm:spPr/>
    </dgm:pt>
    <dgm:pt modelId="{3464977A-B63F-40EE-AC1F-C2CF4E7A7587}" type="pres">
      <dgm:prSet presAssocID="{C80C019A-DF03-4844-A4A5-3F24AD246EBB}" presName="parentTextArrow" presStyleLbl="node1" presStyleIdx="2" presStyleCnt="3"/>
      <dgm:spPr/>
    </dgm:pt>
  </dgm:ptLst>
  <dgm:cxnLst>
    <dgm:cxn modelId="{9D0A150D-06D9-4B11-AA37-F47D2A2D23B1}" type="presOf" srcId="{64920FF5-DE39-482A-831D-8CB0454CB832}" destId="{81978688-6FBD-4174-9060-1C811CFC87B7}" srcOrd="0" destOrd="0" presId="urn:microsoft.com/office/officeart/2005/8/layout/process4"/>
    <dgm:cxn modelId="{0C87D72C-31D6-43B0-8CED-966D6F63DBCC}" srcId="{3B61704C-BD00-409B-A629-1BF627BA4ED7}" destId="{B7951928-6A81-4038-AA21-9FB605345F20}" srcOrd="2" destOrd="0" parTransId="{3833CA4B-EA77-43CF-BF81-94EC2B7F3125}" sibTransId="{E6383EE8-120E-4E5C-9CB5-18DCBE46168F}"/>
    <dgm:cxn modelId="{28FDD231-0B28-46FA-8618-304B9D7638C6}" type="presOf" srcId="{B7951928-6A81-4038-AA21-9FB605345F20}" destId="{3C8B5D1C-11E6-4C7F-808A-E78D43C19544}" srcOrd="0" destOrd="0" presId="urn:microsoft.com/office/officeart/2005/8/layout/process4"/>
    <dgm:cxn modelId="{C7058C41-9455-4DD6-BDE0-80561CECC265}" srcId="{8DA81E5D-1663-4635-B66A-D3560A979290}" destId="{33FAD57F-F137-4A65-88BC-5C1FEAA6DA9E}" srcOrd="0" destOrd="0" parTransId="{4A72C2FA-778A-4A93-A2DB-8FC1B8162AEE}" sibTransId="{2D258B68-9814-488D-8EF4-82817107D6DE}"/>
    <dgm:cxn modelId="{C7373B45-5837-480C-9B2F-62F11DE15C25}" srcId="{3B61704C-BD00-409B-A629-1BF627BA4ED7}" destId="{C80C019A-DF03-4844-A4A5-3F24AD246EBB}" srcOrd="0" destOrd="0" parTransId="{29B74B3B-65DC-44B0-A374-5979AABD868E}" sibTransId="{BDBDCAE6-3DD2-4B60-AE3A-6CEBF7716CD4}"/>
    <dgm:cxn modelId="{BD08DB4A-82E0-48FC-B2EE-E997340CBFF0}" type="presOf" srcId="{8DA81E5D-1663-4635-B66A-D3560A979290}" destId="{7FA06E85-EAA4-4797-9BAD-E3DBC4634584}" srcOrd="0" destOrd="0" presId="urn:microsoft.com/office/officeart/2005/8/layout/process4"/>
    <dgm:cxn modelId="{1861686D-C6C7-47DD-BAEB-B5D696AD4AAA}" srcId="{8DA81E5D-1663-4635-B66A-D3560A979290}" destId="{64920FF5-DE39-482A-831D-8CB0454CB832}" srcOrd="3" destOrd="0" parTransId="{A68E5C44-D7AD-45E1-9372-E8ED4F87747B}" sibTransId="{2C088552-692C-4D2C-AD5B-E83D0F112A73}"/>
    <dgm:cxn modelId="{5B63C283-9C58-44D8-87B9-D54DDF520DDC}" srcId="{8DA81E5D-1663-4635-B66A-D3560A979290}" destId="{49F3B5FB-CE11-4F7A-9857-DD97CD42B298}" srcOrd="1" destOrd="0" parTransId="{D6146159-B688-440F-A875-9B66CECFEDCF}" sibTransId="{1AA1E2D8-02F9-4124-B04A-074DE74B581E}"/>
    <dgm:cxn modelId="{2345089C-B94E-4C16-BC92-309029899685}" type="presOf" srcId="{49F3B5FB-CE11-4F7A-9857-DD97CD42B298}" destId="{1EA83C49-AFF7-4ACF-8E4C-F708135CBA39}" srcOrd="0" destOrd="0" presId="urn:microsoft.com/office/officeart/2005/8/layout/process4"/>
    <dgm:cxn modelId="{5031FFB4-0EDA-4BB9-9575-B5D16DFF81A3}" type="presOf" srcId="{3B61704C-BD00-409B-A629-1BF627BA4ED7}" destId="{62AA93C4-048F-46C3-A5C2-64F8718246EB}" srcOrd="0" destOrd="0" presId="urn:microsoft.com/office/officeart/2005/8/layout/process4"/>
    <dgm:cxn modelId="{109191C0-DC88-4605-A2A9-CAA7AA2B4D99}" srcId="{8DA81E5D-1663-4635-B66A-D3560A979290}" destId="{964450A8-77F1-4633-9215-FBD8080D26C1}" srcOrd="2" destOrd="0" parTransId="{C8FB56DC-D318-4E55-B0A2-CDA21140514D}" sibTransId="{50198E38-34D5-41F6-9FDC-8CC74626A537}"/>
    <dgm:cxn modelId="{4D4F23C5-21F7-4D1A-96A5-789B00D748EF}" type="presOf" srcId="{C80C019A-DF03-4844-A4A5-3F24AD246EBB}" destId="{3464977A-B63F-40EE-AC1F-C2CF4E7A7587}" srcOrd="0" destOrd="0" presId="urn:microsoft.com/office/officeart/2005/8/layout/process4"/>
    <dgm:cxn modelId="{5D9151C9-C06F-4C7F-AEEB-AB9ACDC7F863}" type="presOf" srcId="{964450A8-77F1-4633-9215-FBD8080D26C1}" destId="{FEA5BE9D-6F24-45E3-8CCC-D1D443E201FD}" srcOrd="0" destOrd="0" presId="urn:microsoft.com/office/officeart/2005/8/layout/process4"/>
    <dgm:cxn modelId="{84A698D2-E874-4929-A893-30718B18E243}" srcId="{3B61704C-BD00-409B-A629-1BF627BA4ED7}" destId="{8DA81E5D-1663-4635-B66A-D3560A979290}" srcOrd="1" destOrd="0" parTransId="{099EA109-5067-4FEF-A6FA-E7CA85627B8C}" sibTransId="{C0BC503C-FBEA-4765-AFDE-BB1CCF29B130}"/>
    <dgm:cxn modelId="{04F64FE9-7A10-4DC1-A610-6942ABF0911A}" type="presOf" srcId="{8DA81E5D-1663-4635-B66A-D3560A979290}" destId="{A673D45E-1F43-42A0-A50B-0B2F806B1C81}" srcOrd="1" destOrd="0" presId="urn:microsoft.com/office/officeart/2005/8/layout/process4"/>
    <dgm:cxn modelId="{2AFC4AEF-621A-46B0-8DC7-EEC6071C635F}" type="presOf" srcId="{33FAD57F-F137-4A65-88BC-5C1FEAA6DA9E}" destId="{980D5229-9C7A-4BBE-B95D-71DBFA78DFE8}" srcOrd="0" destOrd="0" presId="urn:microsoft.com/office/officeart/2005/8/layout/process4"/>
    <dgm:cxn modelId="{645C0809-8471-4ED9-8A41-E448362474DD}" type="presParOf" srcId="{62AA93C4-048F-46C3-A5C2-64F8718246EB}" destId="{8E7C3BFC-B66B-4CB5-8B76-523C8F22D9CC}" srcOrd="0" destOrd="0" presId="urn:microsoft.com/office/officeart/2005/8/layout/process4"/>
    <dgm:cxn modelId="{7D335362-6722-483F-9225-E8406175B622}" type="presParOf" srcId="{8E7C3BFC-B66B-4CB5-8B76-523C8F22D9CC}" destId="{3C8B5D1C-11E6-4C7F-808A-E78D43C19544}" srcOrd="0" destOrd="0" presId="urn:microsoft.com/office/officeart/2005/8/layout/process4"/>
    <dgm:cxn modelId="{B6314798-302C-472A-A5FE-B489E6BBA397}" type="presParOf" srcId="{62AA93C4-048F-46C3-A5C2-64F8718246EB}" destId="{E35EA287-3A3F-40A3-952B-460A3271814F}" srcOrd="1" destOrd="0" presId="urn:microsoft.com/office/officeart/2005/8/layout/process4"/>
    <dgm:cxn modelId="{85D838FF-3787-4BC6-8767-A226D0A60E5A}" type="presParOf" srcId="{62AA93C4-048F-46C3-A5C2-64F8718246EB}" destId="{054DEC7E-B0A8-4AD1-B0FD-861B529034B3}" srcOrd="2" destOrd="0" presId="urn:microsoft.com/office/officeart/2005/8/layout/process4"/>
    <dgm:cxn modelId="{96ECBE96-4EA0-43EC-859D-67419ADD3C4E}" type="presParOf" srcId="{054DEC7E-B0A8-4AD1-B0FD-861B529034B3}" destId="{7FA06E85-EAA4-4797-9BAD-E3DBC4634584}" srcOrd="0" destOrd="0" presId="urn:microsoft.com/office/officeart/2005/8/layout/process4"/>
    <dgm:cxn modelId="{543B209F-0928-47DF-B993-76020A0FA22E}" type="presParOf" srcId="{054DEC7E-B0A8-4AD1-B0FD-861B529034B3}" destId="{A673D45E-1F43-42A0-A50B-0B2F806B1C81}" srcOrd="1" destOrd="0" presId="urn:microsoft.com/office/officeart/2005/8/layout/process4"/>
    <dgm:cxn modelId="{6B6E6B6A-1CDD-4058-BE59-25314E1AD9F2}" type="presParOf" srcId="{054DEC7E-B0A8-4AD1-B0FD-861B529034B3}" destId="{5C1A9DAC-2AF1-4BE3-9549-187D1FB83788}" srcOrd="2" destOrd="0" presId="urn:microsoft.com/office/officeart/2005/8/layout/process4"/>
    <dgm:cxn modelId="{9AB76B69-4BC4-4E4A-9CC5-ADF5DDC51F55}" type="presParOf" srcId="{5C1A9DAC-2AF1-4BE3-9549-187D1FB83788}" destId="{980D5229-9C7A-4BBE-B95D-71DBFA78DFE8}" srcOrd="0" destOrd="0" presId="urn:microsoft.com/office/officeart/2005/8/layout/process4"/>
    <dgm:cxn modelId="{1E930975-9B29-4663-BDE1-BA8C44AB8672}" type="presParOf" srcId="{5C1A9DAC-2AF1-4BE3-9549-187D1FB83788}" destId="{1EA83C49-AFF7-4ACF-8E4C-F708135CBA39}" srcOrd="1" destOrd="0" presId="urn:microsoft.com/office/officeart/2005/8/layout/process4"/>
    <dgm:cxn modelId="{74BD695D-D3E2-4BFA-A1FB-11FF5DB72D48}" type="presParOf" srcId="{5C1A9DAC-2AF1-4BE3-9549-187D1FB83788}" destId="{FEA5BE9D-6F24-45E3-8CCC-D1D443E201FD}" srcOrd="2" destOrd="0" presId="urn:microsoft.com/office/officeart/2005/8/layout/process4"/>
    <dgm:cxn modelId="{78456B02-57AF-4EA8-863A-A3C071144E74}" type="presParOf" srcId="{5C1A9DAC-2AF1-4BE3-9549-187D1FB83788}" destId="{81978688-6FBD-4174-9060-1C811CFC87B7}" srcOrd="3" destOrd="0" presId="urn:microsoft.com/office/officeart/2005/8/layout/process4"/>
    <dgm:cxn modelId="{59DB29E2-E2D2-4711-B75B-087BD87397F8}" type="presParOf" srcId="{62AA93C4-048F-46C3-A5C2-64F8718246EB}" destId="{B2AF84DF-BC42-460D-90FD-E06C610C718D}" srcOrd="3" destOrd="0" presId="urn:microsoft.com/office/officeart/2005/8/layout/process4"/>
    <dgm:cxn modelId="{C386586C-977C-4633-B71A-68C1F81B3460}" type="presParOf" srcId="{62AA93C4-048F-46C3-A5C2-64F8718246EB}" destId="{BFD0C28E-DA3A-4142-B6A2-591EF011599E}" srcOrd="4" destOrd="0" presId="urn:microsoft.com/office/officeart/2005/8/layout/process4"/>
    <dgm:cxn modelId="{246AC304-CDA3-40B1-A5D8-02BE7DA5BF77}" type="presParOf" srcId="{BFD0C28E-DA3A-4142-B6A2-591EF011599E}" destId="{3464977A-B63F-40EE-AC1F-C2CF4E7A7587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F00B20B-8738-479A-8622-5429986CEE86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662A0B8C-9D96-4184-BF63-66933559814A}">
      <dgm:prSet/>
      <dgm:spPr/>
      <dgm:t>
        <a:bodyPr/>
        <a:lstStyle/>
        <a:p>
          <a:pPr>
            <a:defRPr cap="all"/>
          </a:pPr>
          <a:r>
            <a:rPr lang="en-US"/>
            <a:t>Faster customer feedback</a:t>
          </a:r>
        </a:p>
      </dgm:t>
    </dgm:pt>
    <dgm:pt modelId="{5493D509-24D8-4598-8AC7-70912DDB39D0}" type="parTrans" cxnId="{47A9441E-662B-406A-9D1C-496C753E7FE1}">
      <dgm:prSet/>
      <dgm:spPr/>
      <dgm:t>
        <a:bodyPr/>
        <a:lstStyle/>
        <a:p>
          <a:endParaRPr lang="en-US"/>
        </a:p>
      </dgm:t>
    </dgm:pt>
    <dgm:pt modelId="{7E102223-E6A4-4BB9-A7BA-8F56E3EEDB83}" type="sibTrans" cxnId="{47A9441E-662B-406A-9D1C-496C753E7FE1}">
      <dgm:prSet/>
      <dgm:spPr/>
      <dgm:t>
        <a:bodyPr/>
        <a:lstStyle/>
        <a:p>
          <a:endParaRPr lang="en-US"/>
        </a:p>
      </dgm:t>
    </dgm:pt>
    <dgm:pt modelId="{FF958D3F-B634-4F7B-977E-BE3D4893ACAD}">
      <dgm:prSet/>
      <dgm:spPr/>
      <dgm:t>
        <a:bodyPr/>
        <a:lstStyle/>
        <a:p>
          <a:pPr>
            <a:defRPr cap="all"/>
          </a:pPr>
          <a:r>
            <a:rPr lang="en-US"/>
            <a:t>Lower risk per change</a:t>
          </a:r>
        </a:p>
      </dgm:t>
    </dgm:pt>
    <dgm:pt modelId="{10617FC7-24EA-45A2-9502-3E4200F68D38}" type="parTrans" cxnId="{5F38D614-BC87-4C09-99BC-6393C75509F7}">
      <dgm:prSet/>
      <dgm:spPr/>
      <dgm:t>
        <a:bodyPr/>
        <a:lstStyle/>
        <a:p>
          <a:endParaRPr lang="en-US"/>
        </a:p>
      </dgm:t>
    </dgm:pt>
    <dgm:pt modelId="{0C7147CC-18BD-4F7D-BBEE-A26EB77C6DC4}" type="sibTrans" cxnId="{5F38D614-BC87-4C09-99BC-6393C75509F7}">
      <dgm:prSet/>
      <dgm:spPr/>
      <dgm:t>
        <a:bodyPr/>
        <a:lstStyle/>
        <a:p>
          <a:endParaRPr lang="en-US"/>
        </a:p>
      </dgm:t>
    </dgm:pt>
    <dgm:pt modelId="{B1890C76-C401-4922-BDCA-6B8DE045F85B}">
      <dgm:prSet/>
      <dgm:spPr/>
      <dgm:t>
        <a:bodyPr/>
        <a:lstStyle/>
        <a:p>
          <a:pPr>
            <a:defRPr cap="all"/>
          </a:pPr>
          <a:r>
            <a:rPr lang="en-US"/>
            <a:t>Higher quality releases</a:t>
          </a:r>
        </a:p>
      </dgm:t>
    </dgm:pt>
    <dgm:pt modelId="{5639172D-9269-43C2-AFEF-DD8CE8A2660D}" type="parTrans" cxnId="{2FF1F53D-CDD1-48ED-9699-A0F4344099DF}">
      <dgm:prSet/>
      <dgm:spPr/>
      <dgm:t>
        <a:bodyPr/>
        <a:lstStyle/>
        <a:p>
          <a:endParaRPr lang="en-US"/>
        </a:p>
      </dgm:t>
    </dgm:pt>
    <dgm:pt modelId="{A0DEE5C8-C748-4503-9D53-53A9F438E435}" type="sibTrans" cxnId="{2FF1F53D-CDD1-48ED-9699-A0F4344099DF}">
      <dgm:prSet/>
      <dgm:spPr/>
      <dgm:t>
        <a:bodyPr/>
        <a:lstStyle/>
        <a:p>
          <a:endParaRPr lang="en-US"/>
        </a:p>
      </dgm:t>
    </dgm:pt>
    <dgm:pt modelId="{931359EF-D3E6-4A57-B824-3A28981B7144}">
      <dgm:prSet/>
      <dgm:spPr/>
      <dgm:t>
        <a:bodyPr/>
        <a:lstStyle/>
        <a:p>
          <a:pPr>
            <a:defRPr cap="all"/>
          </a:pPr>
          <a:r>
            <a:rPr lang="en-US"/>
            <a:t>Improved team morale</a:t>
          </a:r>
        </a:p>
      </dgm:t>
    </dgm:pt>
    <dgm:pt modelId="{09425B65-AFF3-4675-B87D-7221A45410D3}" type="parTrans" cxnId="{267B4D42-080F-42D5-8A0B-7981C5DEC3D7}">
      <dgm:prSet/>
      <dgm:spPr/>
      <dgm:t>
        <a:bodyPr/>
        <a:lstStyle/>
        <a:p>
          <a:endParaRPr lang="en-US"/>
        </a:p>
      </dgm:t>
    </dgm:pt>
    <dgm:pt modelId="{E15556D5-C802-4FBE-BC6B-3C5832522257}" type="sibTrans" cxnId="{267B4D42-080F-42D5-8A0B-7981C5DEC3D7}">
      <dgm:prSet/>
      <dgm:spPr/>
      <dgm:t>
        <a:bodyPr/>
        <a:lstStyle/>
        <a:p>
          <a:endParaRPr lang="en-US"/>
        </a:p>
      </dgm:t>
    </dgm:pt>
    <dgm:pt modelId="{DCD7EA8D-4B6B-423D-8F93-C0600F3B67B7}">
      <dgm:prSet/>
      <dgm:spPr/>
      <dgm:t>
        <a:bodyPr/>
        <a:lstStyle/>
        <a:p>
          <a:pPr>
            <a:defRPr cap="all"/>
          </a:pPr>
          <a:r>
            <a:rPr lang="en-US"/>
            <a:t>Better alignment with business goals</a:t>
          </a:r>
        </a:p>
      </dgm:t>
    </dgm:pt>
    <dgm:pt modelId="{B8A7347F-37D6-41B4-B53A-4316B223CCFF}" type="parTrans" cxnId="{8AABB75D-739F-485E-A956-642704EA9E93}">
      <dgm:prSet/>
      <dgm:spPr/>
      <dgm:t>
        <a:bodyPr/>
        <a:lstStyle/>
        <a:p>
          <a:endParaRPr lang="en-US"/>
        </a:p>
      </dgm:t>
    </dgm:pt>
    <dgm:pt modelId="{A3D61739-609D-4C09-B31F-7D15F8944A49}" type="sibTrans" cxnId="{8AABB75D-739F-485E-A956-642704EA9E93}">
      <dgm:prSet/>
      <dgm:spPr/>
      <dgm:t>
        <a:bodyPr/>
        <a:lstStyle/>
        <a:p>
          <a:endParaRPr lang="en-US"/>
        </a:p>
      </dgm:t>
    </dgm:pt>
    <dgm:pt modelId="{FC6CB795-017F-47CF-B4C1-156649B032C5}" type="pres">
      <dgm:prSet presAssocID="{FF00B20B-8738-479A-8622-5429986CEE86}" presName="root" presStyleCnt="0">
        <dgm:presLayoutVars>
          <dgm:dir/>
          <dgm:resizeHandles val="exact"/>
        </dgm:presLayoutVars>
      </dgm:prSet>
      <dgm:spPr/>
    </dgm:pt>
    <dgm:pt modelId="{63D087BC-1227-44CE-B5F0-821FD512DFAD}" type="pres">
      <dgm:prSet presAssocID="{662A0B8C-9D96-4184-BF63-66933559814A}" presName="compNode" presStyleCnt="0"/>
      <dgm:spPr/>
    </dgm:pt>
    <dgm:pt modelId="{5E29A67B-5917-4D82-B347-03B8E19F6C59}" type="pres">
      <dgm:prSet presAssocID="{662A0B8C-9D96-4184-BF63-66933559814A}" presName="iconBgRect" presStyleLbl="bgShp" presStyleIdx="0" presStyleCnt="5"/>
      <dgm:spPr/>
    </dgm:pt>
    <dgm:pt modelId="{93B15C08-6085-42F3-80A2-84ACE6F63EEA}" type="pres">
      <dgm:prSet presAssocID="{662A0B8C-9D96-4184-BF63-66933559814A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4BF9A63E-39B1-4DA6-BFE5-01E11EBA4A49}" type="pres">
      <dgm:prSet presAssocID="{662A0B8C-9D96-4184-BF63-66933559814A}" presName="spaceRect" presStyleCnt="0"/>
      <dgm:spPr/>
    </dgm:pt>
    <dgm:pt modelId="{27B06609-C47C-4EE3-96E1-F25E22D0719A}" type="pres">
      <dgm:prSet presAssocID="{662A0B8C-9D96-4184-BF63-66933559814A}" presName="textRect" presStyleLbl="revTx" presStyleIdx="0" presStyleCnt="5">
        <dgm:presLayoutVars>
          <dgm:chMax val="1"/>
          <dgm:chPref val="1"/>
        </dgm:presLayoutVars>
      </dgm:prSet>
      <dgm:spPr/>
    </dgm:pt>
    <dgm:pt modelId="{9C1C79E9-B916-4AD2-8DA3-61D0606DB4E1}" type="pres">
      <dgm:prSet presAssocID="{7E102223-E6A4-4BB9-A7BA-8F56E3EEDB83}" presName="sibTrans" presStyleCnt="0"/>
      <dgm:spPr/>
    </dgm:pt>
    <dgm:pt modelId="{D031EBBA-3455-44A9-AC4D-34F14A4C5EF9}" type="pres">
      <dgm:prSet presAssocID="{FF958D3F-B634-4F7B-977E-BE3D4893ACAD}" presName="compNode" presStyleCnt="0"/>
      <dgm:spPr/>
    </dgm:pt>
    <dgm:pt modelId="{895014E0-B1A8-4A8E-8527-0B71126320B2}" type="pres">
      <dgm:prSet presAssocID="{FF958D3F-B634-4F7B-977E-BE3D4893ACAD}" presName="iconBgRect" presStyleLbl="bgShp" presStyleIdx="1" presStyleCnt="5"/>
      <dgm:spPr/>
    </dgm:pt>
    <dgm:pt modelId="{E2BE89FD-B0FA-4380-A6D6-792D717265BF}" type="pres">
      <dgm:prSet presAssocID="{FF958D3F-B634-4F7B-977E-BE3D4893ACAD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wnward trend"/>
        </a:ext>
      </dgm:extLst>
    </dgm:pt>
    <dgm:pt modelId="{11737BC7-D3CF-498D-815A-F974F08E58C2}" type="pres">
      <dgm:prSet presAssocID="{FF958D3F-B634-4F7B-977E-BE3D4893ACAD}" presName="spaceRect" presStyleCnt="0"/>
      <dgm:spPr/>
    </dgm:pt>
    <dgm:pt modelId="{54ED2F8F-B730-4CE2-9CC1-AFAE9B802AF1}" type="pres">
      <dgm:prSet presAssocID="{FF958D3F-B634-4F7B-977E-BE3D4893ACAD}" presName="textRect" presStyleLbl="revTx" presStyleIdx="1" presStyleCnt="5">
        <dgm:presLayoutVars>
          <dgm:chMax val="1"/>
          <dgm:chPref val="1"/>
        </dgm:presLayoutVars>
      </dgm:prSet>
      <dgm:spPr/>
    </dgm:pt>
    <dgm:pt modelId="{358B80C5-4874-4363-8C24-2370D660E087}" type="pres">
      <dgm:prSet presAssocID="{0C7147CC-18BD-4F7D-BBEE-A26EB77C6DC4}" presName="sibTrans" presStyleCnt="0"/>
      <dgm:spPr/>
    </dgm:pt>
    <dgm:pt modelId="{0D8071B6-54BB-44D4-AE34-1DC8EBF86726}" type="pres">
      <dgm:prSet presAssocID="{B1890C76-C401-4922-BDCA-6B8DE045F85B}" presName="compNode" presStyleCnt="0"/>
      <dgm:spPr/>
    </dgm:pt>
    <dgm:pt modelId="{C1897396-E518-49F3-BCA4-941BFB414665}" type="pres">
      <dgm:prSet presAssocID="{B1890C76-C401-4922-BDCA-6B8DE045F85B}" presName="iconBgRect" presStyleLbl="bgShp" presStyleIdx="2" presStyleCnt="5"/>
      <dgm:spPr/>
    </dgm:pt>
    <dgm:pt modelId="{C4D45EBF-2927-4DF4-AD30-4A92F47D269F}" type="pres">
      <dgm:prSet presAssocID="{B1890C76-C401-4922-BDCA-6B8DE045F85B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5FEAA24B-6710-4B2E-B508-4648EB0DD0DA}" type="pres">
      <dgm:prSet presAssocID="{B1890C76-C401-4922-BDCA-6B8DE045F85B}" presName="spaceRect" presStyleCnt="0"/>
      <dgm:spPr/>
    </dgm:pt>
    <dgm:pt modelId="{63F68F01-BA70-42E5-9F98-D554B52209BC}" type="pres">
      <dgm:prSet presAssocID="{B1890C76-C401-4922-BDCA-6B8DE045F85B}" presName="textRect" presStyleLbl="revTx" presStyleIdx="2" presStyleCnt="5">
        <dgm:presLayoutVars>
          <dgm:chMax val="1"/>
          <dgm:chPref val="1"/>
        </dgm:presLayoutVars>
      </dgm:prSet>
      <dgm:spPr/>
    </dgm:pt>
    <dgm:pt modelId="{E0143DBB-5FEA-44E5-B789-77D211C92176}" type="pres">
      <dgm:prSet presAssocID="{A0DEE5C8-C748-4503-9D53-53A9F438E435}" presName="sibTrans" presStyleCnt="0"/>
      <dgm:spPr/>
    </dgm:pt>
    <dgm:pt modelId="{97B2A46A-5515-4508-87BC-4F0934688E34}" type="pres">
      <dgm:prSet presAssocID="{931359EF-D3E6-4A57-B824-3A28981B7144}" presName="compNode" presStyleCnt="0"/>
      <dgm:spPr/>
    </dgm:pt>
    <dgm:pt modelId="{5C2C2659-65E4-41E1-B375-8B544ECABEDA}" type="pres">
      <dgm:prSet presAssocID="{931359EF-D3E6-4A57-B824-3A28981B7144}" presName="iconBgRect" presStyleLbl="bgShp" presStyleIdx="3" presStyleCnt="5"/>
      <dgm:spPr/>
    </dgm:pt>
    <dgm:pt modelId="{75447831-06E8-4330-8EAA-57F347995362}" type="pres">
      <dgm:prSet presAssocID="{931359EF-D3E6-4A57-B824-3A28981B7144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3E5A3DB3-EAEA-4C9B-B250-C752BD54312C}" type="pres">
      <dgm:prSet presAssocID="{931359EF-D3E6-4A57-B824-3A28981B7144}" presName="spaceRect" presStyleCnt="0"/>
      <dgm:spPr/>
    </dgm:pt>
    <dgm:pt modelId="{2191B30B-8FC4-4ACF-B435-702F62AE82B9}" type="pres">
      <dgm:prSet presAssocID="{931359EF-D3E6-4A57-B824-3A28981B7144}" presName="textRect" presStyleLbl="revTx" presStyleIdx="3" presStyleCnt="5">
        <dgm:presLayoutVars>
          <dgm:chMax val="1"/>
          <dgm:chPref val="1"/>
        </dgm:presLayoutVars>
      </dgm:prSet>
      <dgm:spPr/>
    </dgm:pt>
    <dgm:pt modelId="{7C161847-13D3-466C-8004-072E19295C75}" type="pres">
      <dgm:prSet presAssocID="{E15556D5-C802-4FBE-BC6B-3C5832522257}" presName="sibTrans" presStyleCnt="0"/>
      <dgm:spPr/>
    </dgm:pt>
    <dgm:pt modelId="{3E6C9BC1-6395-461F-BC87-F29B082D9E14}" type="pres">
      <dgm:prSet presAssocID="{DCD7EA8D-4B6B-423D-8F93-C0600F3B67B7}" presName="compNode" presStyleCnt="0"/>
      <dgm:spPr/>
    </dgm:pt>
    <dgm:pt modelId="{C2FC06F3-A0DB-4E2B-B995-3CE9A760BAAD}" type="pres">
      <dgm:prSet presAssocID="{DCD7EA8D-4B6B-423D-8F93-C0600F3B67B7}" presName="iconBgRect" presStyleLbl="bgShp" presStyleIdx="4" presStyleCnt="5"/>
      <dgm:spPr/>
    </dgm:pt>
    <dgm:pt modelId="{5F2C0F54-7870-49AA-BAD4-8324383B782F}" type="pres">
      <dgm:prSet presAssocID="{DCD7EA8D-4B6B-423D-8F93-C0600F3B67B7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8D08D4F2-C351-48BD-9804-97EF87EED612}" type="pres">
      <dgm:prSet presAssocID="{DCD7EA8D-4B6B-423D-8F93-C0600F3B67B7}" presName="spaceRect" presStyleCnt="0"/>
      <dgm:spPr/>
    </dgm:pt>
    <dgm:pt modelId="{5F51F682-70A4-455C-A64B-CBA2AA67E10A}" type="pres">
      <dgm:prSet presAssocID="{DCD7EA8D-4B6B-423D-8F93-C0600F3B67B7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A56A5312-06E7-42F4-9FB2-00E7457B0AA3}" type="presOf" srcId="{DCD7EA8D-4B6B-423D-8F93-C0600F3B67B7}" destId="{5F51F682-70A4-455C-A64B-CBA2AA67E10A}" srcOrd="0" destOrd="0" presId="urn:microsoft.com/office/officeart/2018/5/layout/IconCircleLabelList"/>
    <dgm:cxn modelId="{5F38D614-BC87-4C09-99BC-6393C75509F7}" srcId="{FF00B20B-8738-479A-8622-5429986CEE86}" destId="{FF958D3F-B634-4F7B-977E-BE3D4893ACAD}" srcOrd="1" destOrd="0" parTransId="{10617FC7-24EA-45A2-9502-3E4200F68D38}" sibTransId="{0C7147CC-18BD-4F7D-BBEE-A26EB77C6DC4}"/>
    <dgm:cxn modelId="{47A9441E-662B-406A-9D1C-496C753E7FE1}" srcId="{FF00B20B-8738-479A-8622-5429986CEE86}" destId="{662A0B8C-9D96-4184-BF63-66933559814A}" srcOrd="0" destOrd="0" parTransId="{5493D509-24D8-4598-8AC7-70912DDB39D0}" sibTransId="{7E102223-E6A4-4BB9-A7BA-8F56E3EEDB83}"/>
    <dgm:cxn modelId="{2FF1F53D-CDD1-48ED-9699-A0F4344099DF}" srcId="{FF00B20B-8738-479A-8622-5429986CEE86}" destId="{B1890C76-C401-4922-BDCA-6B8DE045F85B}" srcOrd="2" destOrd="0" parTransId="{5639172D-9269-43C2-AFEF-DD8CE8A2660D}" sibTransId="{A0DEE5C8-C748-4503-9D53-53A9F438E435}"/>
    <dgm:cxn modelId="{8AABB75D-739F-485E-A956-642704EA9E93}" srcId="{FF00B20B-8738-479A-8622-5429986CEE86}" destId="{DCD7EA8D-4B6B-423D-8F93-C0600F3B67B7}" srcOrd="4" destOrd="0" parTransId="{B8A7347F-37D6-41B4-B53A-4316B223CCFF}" sibTransId="{A3D61739-609D-4C09-B31F-7D15F8944A49}"/>
    <dgm:cxn modelId="{267B4D42-080F-42D5-8A0B-7981C5DEC3D7}" srcId="{FF00B20B-8738-479A-8622-5429986CEE86}" destId="{931359EF-D3E6-4A57-B824-3A28981B7144}" srcOrd="3" destOrd="0" parTransId="{09425B65-AFF3-4675-B87D-7221A45410D3}" sibTransId="{E15556D5-C802-4FBE-BC6B-3C5832522257}"/>
    <dgm:cxn modelId="{83CBC64A-8D64-4809-835F-63EF9AF51ED6}" type="presOf" srcId="{662A0B8C-9D96-4184-BF63-66933559814A}" destId="{27B06609-C47C-4EE3-96E1-F25E22D0719A}" srcOrd="0" destOrd="0" presId="urn:microsoft.com/office/officeart/2018/5/layout/IconCircleLabelList"/>
    <dgm:cxn modelId="{CFD64875-C2BA-40D9-9ADC-86C9156DF198}" type="presOf" srcId="{FF00B20B-8738-479A-8622-5429986CEE86}" destId="{FC6CB795-017F-47CF-B4C1-156649B032C5}" srcOrd="0" destOrd="0" presId="urn:microsoft.com/office/officeart/2018/5/layout/IconCircleLabelList"/>
    <dgm:cxn modelId="{17514B5A-6740-4701-9178-A044D00586F8}" type="presOf" srcId="{FF958D3F-B634-4F7B-977E-BE3D4893ACAD}" destId="{54ED2F8F-B730-4CE2-9CC1-AFAE9B802AF1}" srcOrd="0" destOrd="0" presId="urn:microsoft.com/office/officeart/2018/5/layout/IconCircleLabelList"/>
    <dgm:cxn modelId="{ABBE32B7-6EBE-4F34-9BE4-BC5AD2B367E7}" type="presOf" srcId="{931359EF-D3E6-4A57-B824-3A28981B7144}" destId="{2191B30B-8FC4-4ACF-B435-702F62AE82B9}" srcOrd="0" destOrd="0" presId="urn:microsoft.com/office/officeart/2018/5/layout/IconCircleLabelList"/>
    <dgm:cxn modelId="{58FCFAEE-2A54-4EC6-B446-304FAC4965FA}" type="presOf" srcId="{B1890C76-C401-4922-BDCA-6B8DE045F85B}" destId="{63F68F01-BA70-42E5-9F98-D554B52209BC}" srcOrd="0" destOrd="0" presId="urn:microsoft.com/office/officeart/2018/5/layout/IconCircleLabelList"/>
    <dgm:cxn modelId="{6437C46C-0232-45D6-9BEE-6D92F7FDC7B3}" type="presParOf" srcId="{FC6CB795-017F-47CF-B4C1-156649B032C5}" destId="{63D087BC-1227-44CE-B5F0-821FD512DFAD}" srcOrd="0" destOrd="0" presId="urn:microsoft.com/office/officeart/2018/5/layout/IconCircleLabelList"/>
    <dgm:cxn modelId="{83546AF2-2C05-4AF3-AAAF-302CBD049E71}" type="presParOf" srcId="{63D087BC-1227-44CE-B5F0-821FD512DFAD}" destId="{5E29A67B-5917-4D82-B347-03B8E19F6C59}" srcOrd="0" destOrd="0" presId="urn:microsoft.com/office/officeart/2018/5/layout/IconCircleLabelList"/>
    <dgm:cxn modelId="{83FCECCA-2DC8-4339-9A59-B0FCFE3A3097}" type="presParOf" srcId="{63D087BC-1227-44CE-B5F0-821FD512DFAD}" destId="{93B15C08-6085-42F3-80A2-84ACE6F63EEA}" srcOrd="1" destOrd="0" presId="urn:microsoft.com/office/officeart/2018/5/layout/IconCircleLabelList"/>
    <dgm:cxn modelId="{FFAAB5E8-8593-4C7A-AAE9-D524C617BD8A}" type="presParOf" srcId="{63D087BC-1227-44CE-B5F0-821FD512DFAD}" destId="{4BF9A63E-39B1-4DA6-BFE5-01E11EBA4A49}" srcOrd="2" destOrd="0" presId="urn:microsoft.com/office/officeart/2018/5/layout/IconCircleLabelList"/>
    <dgm:cxn modelId="{95F3D275-945B-4117-8B2E-F35A3B036BC2}" type="presParOf" srcId="{63D087BC-1227-44CE-B5F0-821FD512DFAD}" destId="{27B06609-C47C-4EE3-96E1-F25E22D0719A}" srcOrd="3" destOrd="0" presId="urn:microsoft.com/office/officeart/2018/5/layout/IconCircleLabelList"/>
    <dgm:cxn modelId="{616C33FE-7518-4AAE-992A-E845C7BE24BF}" type="presParOf" srcId="{FC6CB795-017F-47CF-B4C1-156649B032C5}" destId="{9C1C79E9-B916-4AD2-8DA3-61D0606DB4E1}" srcOrd="1" destOrd="0" presId="urn:microsoft.com/office/officeart/2018/5/layout/IconCircleLabelList"/>
    <dgm:cxn modelId="{7999B804-11BF-48E6-B9D5-6CEEB92FE915}" type="presParOf" srcId="{FC6CB795-017F-47CF-B4C1-156649B032C5}" destId="{D031EBBA-3455-44A9-AC4D-34F14A4C5EF9}" srcOrd="2" destOrd="0" presId="urn:microsoft.com/office/officeart/2018/5/layout/IconCircleLabelList"/>
    <dgm:cxn modelId="{95639089-C67B-44C3-8A4B-12AFD37202CA}" type="presParOf" srcId="{D031EBBA-3455-44A9-AC4D-34F14A4C5EF9}" destId="{895014E0-B1A8-4A8E-8527-0B71126320B2}" srcOrd="0" destOrd="0" presId="urn:microsoft.com/office/officeart/2018/5/layout/IconCircleLabelList"/>
    <dgm:cxn modelId="{ECE7DD6B-EACB-402C-87C4-CDCF44C39E74}" type="presParOf" srcId="{D031EBBA-3455-44A9-AC4D-34F14A4C5EF9}" destId="{E2BE89FD-B0FA-4380-A6D6-792D717265BF}" srcOrd="1" destOrd="0" presId="urn:microsoft.com/office/officeart/2018/5/layout/IconCircleLabelList"/>
    <dgm:cxn modelId="{2597A14A-18F4-4A55-9F99-1C9861F8E54E}" type="presParOf" srcId="{D031EBBA-3455-44A9-AC4D-34F14A4C5EF9}" destId="{11737BC7-D3CF-498D-815A-F974F08E58C2}" srcOrd="2" destOrd="0" presId="urn:microsoft.com/office/officeart/2018/5/layout/IconCircleLabelList"/>
    <dgm:cxn modelId="{B3AA809C-BC58-4B01-A10A-74DCF59572D4}" type="presParOf" srcId="{D031EBBA-3455-44A9-AC4D-34F14A4C5EF9}" destId="{54ED2F8F-B730-4CE2-9CC1-AFAE9B802AF1}" srcOrd="3" destOrd="0" presId="urn:microsoft.com/office/officeart/2018/5/layout/IconCircleLabelList"/>
    <dgm:cxn modelId="{4C3AC2BF-CB73-4ACE-91E8-51B376FC65A6}" type="presParOf" srcId="{FC6CB795-017F-47CF-B4C1-156649B032C5}" destId="{358B80C5-4874-4363-8C24-2370D660E087}" srcOrd="3" destOrd="0" presId="urn:microsoft.com/office/officeart/2018/5/layout/IconCircleLabelList"/>
    <dgm:cxn modelId="{2CB4C93D-5F11-4CEA-974B-3D865E7D3152}" type="presParOf" srcId="{FC6CB795-017F-47CF-B4C1-156649B032C5}" destId="{0D8071B6-54BB-44D4-AE34-1DC8EBF86726}" srcOrd="4" destOrd="0" presId="urn:microsoft.com/office/officeart/2018/5/layout/IconCircleLabelList"/>
    <dgm:cxn modelId="{9E748E3F-F5E3-4E71-90B9-B50F67BDDA01}" type="presParOf" srcId="{0D8071B6-54BB-44D4-AE34-1DC8EBF86726}" destId="{C1897396-E518-49F3-BCA4-941BFB414665}" srcOrd="0" destOrd="0" presId="urn:microsoft.com/office/officeart/2018/5/layout/IconCircleLabelList"/>
    <dgm:cxn modelId="{D7BF4C8A-43EF-477C-B73D-E94369F99EF3}" type="presParOf" srcId="{0D8071B6-54BB-44D4-AE34-1DC8EBF86726}" destId="{C4D45EBF-2927-4DF4-AD30-4A92F47D269F}" srcOrd="1" destOrd="0" presId="urn:microsoft.com/office/officeart/2018/5/layout/IconCircleLabelList"/>
    <dgm:cxn modelId="{60949FC3-B1AA-4B80-AD20-A4191C84C0D9}" type="presParOf" srcId="{0D8071B6-54BB-44D4-AE34-1DC8EBF86726}" destId="{5FEAA24B-6710-4B2E-B508-4648EB0DD0DA}" srcOrd="2" destOrd="0" presId="urn:microsoft.com/office/officeart/2018/5/layout/IconCircleLabelList"/>
    <dgm:cxn modelId="{6226EE70-441F-4140-AF67-4D2AE6466039}" type="presParOf" srcId="{0D8071B6-54BB-44D4-AE34-1DC8EBF86726}" destId="{63F68F01-BA70-42E5-9F98-D554B52209BC}" srcOrd="3" destOrd="0" presId="urn:microsoft.com/office/officeart/2018/5/layout/IconCircleLabelList"/>
    <dgm:cxn modelId="{3E5083E5-A44F-4753-B1BE-0C2930C20588}" type="presParOf" srcId="{FC6CB795-017F-47CF-B4C1-156649B032C5}" destId="{E0143DBB-5FEA-44E5-B789-77D211C92176}" srcOrd="5" destOrd="0" presId="urn:microsoft.com/office/officeart/2018/5/layout/IconCircleLabelList"/>
    <dgm:cxn modelId="{447FC7E3-B7AC-4891-BC37-71402961397E}" type="presParOf" srcId="{FC6CB795-017F-47CF-B4C1-156649B032C5}" destId="{97B2A46A-5515-4508-87BC-4F0934688E34}" srcOrd="6" destOrd="0" presId="urn:microsoft.com/office/officeart/2018/5/layout/IconCircleLabelList"/>
    <dgm:cxn modelId="{11F9C1F4-D540-4D6C-81A2-B66A0B20C8D0}" type="presParOf" srcId="{97B2A46A-5515-4508-87BC-4F0934688E34}" destId="{5C2C2659-65E4-41E1-B375-8B544ECABEDA}" srcOrd="0" destOrd="0" presId="urn:microsoft.com/office/officeart/2018/5/layout/IconCircleLabelList"/>
    <dgm:cxn modelId="{147711AA-02E1-4F8A-A46B-222C8F16A5C9}" type="presParOf" srcId="{97B2A46A-5515-4508-87BC-4F0934688E34}" destId="{75447831-06E8-4330-8EAA-57F347995362}" srcOrd="1" destOrd="0" presId="urn:microsoft.com/office/officeart/2018/5/layout/IconCircleLabelList"/>
    <dgm:cxn modelId="{E7E39D09-10B4-4366-BEF3-5A45E218511B}" type="presParOf" srcId="{97B2A46A-5515-4508-87BC-4F0934688E34}" destId="{3E5A3DB3-EAEA-4C9B-B250-C752BD54312C}" srcOrd="2" destOrd="0" presId="urn:microsoft.com/office/officeart/2018/5/layout/IconCircleLabelList"/>
    <dgm:cxn modelId="{5F957C12-0150-4C9E-8FBF-FFCF752D288F}" type="presParOf" srcId="{97B2A46A-5515-4508-87BC-4F0934688E34}" destId="{2191B30B-8FC4-4ACF-B435-702F62AE82B9}" srcOrd="3" destOrd="0" presId="urn:microsoft.com/office/officeart/2018/5/layout/IconCircleLabelList"/>
    <dgm:cxn modelId="{81ACA0CF-81F2-4C4B-A9BE-29069884CE6E}" type="presParOf" srcId="{FC6CB795-017F-47CF-B4C1-156649B032C5}" destId="{7C161847-13D3-466C-8004-072E19295C75}" srcOrd="7" destOrd="0" presId="urn:microsoft.com/office/officeart/2018/5/layout/IconCircleLabelList"/>
    <dgm:cxn modelId="{6B6BFFEE-260D-4CFA-B86D-7E20BEE32D9B}" type="presParOf" srcId="{FC6CB795-017F-47CF-B4C1-156649B032C5}" destId="{3E6C9BC1-6395-461F-BC87-F29B082D9E14}" srcOrd="8" destOrd="0" presId="urn:microsoft.com/office/officeart/2018/5/layout/IconCircleLabelList"/>
    <dgm:cxn modelId="{B184B927-23C0-4215-9CD7-0554F05AFA47}" type="presParOf" srcId="{3E6C9BC1-6395-461F-BC87-F29B082D9E14}" destId="{C2FC06F3-A0DB-4E2B-B995-3CE9A760BAAD}" srcOrd="0" destOrd="0" presId="urn:microsoft.com/office/officeart/2018/5/layout/IconCircleLabelList"/>
    <dgm:cxn modelId="{2914623D-69A7-42B2-B80E-69642DA44FA9}" type="presParOf" srcId="{3E6C9BC1-6395-461F-BC87-F29B082D9E14}" destId="{5F2C0F54-7870-49AA-BAD4-8324383B782F}" srcOrd="1" destOrd="0" presId="urn:microsoft.com/office/officeart/2018/5/layout/IconCircleLabelList"/>
    <dgm:cxn modelId="{A10ABA2D-C03F-4750-AB91-1151ED3FD04A}" type="presParOf" srcId="{3E6C9BC1-6395-461F-BC87-F29B082D9E14}" destId="{8D08D4F2-C351-48BD-9804-97EF87EED612}" srcOrd="2" destOrd="0" presId="urn:microsoft.com/office/officeart/2018/5/layout/IconCircleLabelList"/>
    <dgm:cxn modelId="{4C4CD126-8804-4FC8-8B0A-FDE8E6782880}" type="presParOf" srcId="{3E6C9BC1-6395-461F-BC87-F29B082D9E14}" destId="{5F51F682-70A4-455C-A64B-CBA2AA67E10A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0E52C1A-4F90-4639-A23A-5997C9A0C249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8C809A51-4A38-4C76-9462-AD110F4109DA}">
      <dgm:prSet/>
      <dgm:spPr/>
      <dgm:t>
        <a:bodyPr/>
        <a:lstStyle/>
        <a:p>
          <a:pPr>
            <a:defRPr cap="all"/>
          </a:pPr>
          <a:r>
            <a:rPr lang="en-US"/>
            <a:t>Lead time includes both work and waiting.</a:t>
          </a:r>
        </a:p>
      </dgm:t>
    </dgm:pt>
    <dgm:pt modelId="{0E00BF59-D442-4CD6-8C05-82540A43590C}" type="parTrans" cxnId="{58333045-304F-46AA-ACC2-946EFAA29668}">
      <dgm:prSet/>
      <dgm:spPr/>
      <dgm:t>
        <a:bodyPr/>
        <a:lstStyle/>
        <a:p>
          <a:endParaRPr lang="en-US"/>
        </a:p>
      </dgm:t>
    </dgm:pt>
    <dgm:pt modelId="{83C6EC90-0C42-4EB9-9B95-9E245085B667}" type="sibTrans" cxnId="{58333045-304F-46AA-ACC2-946EFAA29668}">
      <dgm:prSet/>
      <dgm:spPr/>
      <dgm:t>
        <a:bodyPr/>
        <a:lstStyle/>
        <a:p>
          <a:endParaRPr lang="en-US"/>
        </a:p>
      </dgm:t>
    </dgm:pt>
    <dgm:pt modelId="{C6761186-6A91-4B7E-84D8-E2BB12C7345F}">
      <dgm:prSet/>
      <dgm:spPr/>
      <dgm:t>
        <a:bodyPr/>
        <a:lstStyle/>
        <a:p>
          <a:pPr>
            <a:defRPr cap="all"/>
          </a:pPr>
          <a:r>
            <a:rPr lang="en-US"/>
            <a:t>Traditional IT environments suffer from excessive delays.</a:t>
          </a:r>
        </a:p>
      </dgm:t>
    </dgm:pt>
    <dgm:pt modelId="{1CABDD85-9C16-4228-BF2F-931DAE8D6FF8}" type="parTrans" cxnId="{E83F303E-86AC-413E-BB3C-EA4C3C4838E9}">
      <dgm:prSet/>
      <dgm:spPr/>
      <dgm:t>
        <a:bodyPr/>
        <a:lstStyle/>
        <a:p>
          <a:endParaRPr lang="en-US"/>
        </a:p>
      </dgm:t>
    </dgm:pt>
    <dgm:pt modelId="{8D59B9F5-F115-4004-B860-ED22BCF6DB3B}" type="sibTrans" cxnId="{E83F303E-86AC-413E-BB3C-EA4C3C4838E9}">
      <dgm:prSet/>
      <dgm:spPr/>
      <dgm:t>
        <a:bodyPr/>
        <a:lstStyle/>
        <a:p>
          <a:endParaRPr lang="en-US"/>
        </a:p>
      </dgm:t>
    </dgm:pt>
    <dgm:pt modelId="{E92A0A46-0D31-46DB-96DB-BB9B938887D0}">
      <dgm:prSet/>
      <dgm:spPr/>
      <dgm:t>
        <a:bodyPr/>
        <a:lstStyle/>
        <a:p>
          <a:pPr>
            <a:defRPr cap="all"/>
          </a:pPr>
          <a:r>
            <a:rPr lang="en-US"/>
            <a:t>DevOps practices dramatically reduce lead times.</a:t>
          </a:r>
        </a:p>
      </dgm:t>
    </dgm:pt>
    <dgm:pt modelId="{D6CA39D4-33D1-41B5-BA91-020570059A85}" type="parTrans" cxnId="{98D36E7C-DAC5-4BD1-B7B3-B6CAFE0C0394}">
      <dgm:prSet/>
      <dgm:spPr/>
      <dgm:t>
        <a:bodyPr/>
        <a:lstStyle/>
        <a:p>
          <a:endParaRPr lang="en-US"/>
        </a:p>
      </dgm:t>
    </dgm:pt>
    <dgm:pt modelId="{96A811CD-9D80-44AE-93A1-413B9D09A6AA}" type="sibTrans" cxnId="{98D36E7C-DAC5-4BD1-B7B3-B6CAFE0C0394}">
      <dgm:prSet/>
      <dgm:spPr/>
      <dgm:t>
        <a:bodyPr/>
        <a:lstStyle/>
        <a:p>
          <a:endParaRPr lang="en-US"/>
        </a:p>
      </dgm:t>
    </dgm:pt>
    <dgm:pt modelId="{52A1A82D-0944-4F7C-BF6F-BC66E65B18C5}">
      <dgm:prSet/>
      <dgm:spPr/>
      <dgm:t>
        <a:bodyPr/>
        <a:lstStyle/>
        <a:p>
          <a:pPr>
            <a:defRPr cap="all"/>
          </a:pPr>
          <a:r>
            <a:rPr lang="en-US"/>
            <a:t>Optimizing the technology value stream enables continuous value delivery.</a:t>
          </a:r>
        </a:p>
      </dgm:t>
    </dgm:pt>
    <dgm:pt modelId="{72ACCD59-A4DA-40C1-A6FF-4BADC6B6AE39}" type="parTrans" cxnId="{946886DC-7FA2-4C33-8D7E-E33A5F919304}">
      <dgm:prSet/>
      <dgm:spPr/>
      <dgm:t>
        <a:bodyPr/>
        <a:lstStyle/>
        <a:p>
          <a:endParaRPr lang="en-US"/>
        </a:p>
      </dgm:t>
    </dgm:pt>
    <dgm:pt modelId="{709F3682-0C39-48B1-B2C3-A40B72B0E256}" type="sibTrans" cxnId="{946886DC-7FA2-4C33-8D7E-E33A5F919304}">
      <dgm:prSet/>
      <dgm:spPr/>
      <dgm:t>
        <a:bodyPr/>
        <a:lstStyle/>
        <a:p>
          <a:endParaRPr lang="en-US"/>
        </a:p>
      </dgm:t>
    </dgm:pt>
    <dgm:pt modelId="{9D183C3C-BA81-4189-A197-3CF08718D3C6}" type="pres">
      <dgm:prSet presAssocID="{F0E52C1A-4F90-4639-A23A-5997C9A0C249}" presName="root" presStyleCnt="0">
        <dgm:presLayoutVars>
          <dgm:dir/>
          <dgm:resizeHandles val="exact"/>
        </dgm:presLayoutVars>
      </dgm:prSet>
      <dgm:spPr/>
    </dgm:pt>
    <dgm:pt modelId="{D8EB1D0B-5032-4434-B0EC-5B6D90E04F23}" type="pres">
      <dgm:prSet presAssocID="{8C809A51-4A38-4C76-9462-AD110F4109DA}" presName="compNode" presStyleCnt="0"/>
      <dgm:spPr/>
    </dgm:pt>
    <dgm:pt modelId="{9A87BEA0-197D-4824-B299-C25C1DDC2085}" type="pres">
      <dgm:prSet presAssocID="{8C809A51-4A38-4C76-9462-AD110F4109DA}" presName="iconBgRect" presStyleLbl="bgShp" presStyleIdx="0" presStyleCnt="4"/>
      <dgm:spPr/>
    </dgm:pt>
    <dgm:pt modelId="{B41A6358-E166-4844-A3A5-B691B7755472}" type="pres">
      <dgm:prSet presAssocID="{8C809A51-4A38-4C76-9462-AD110F4109DA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urglass"/>
        </a:ext>
      </dgm:extLst>
    </dgm:pt>
    <dgm:pt modelId="{D8E235D2-A71F-4B9B-9263-166E9912986A}" type="pres">
      <dgm:prSet presAssocID="{8C809A51-4A38-4C76-9462-AD110F4109DA}" presName="spaceRect" presStyleCnt="0"/>
      <dgm:spPr/>
    </dgm:pt>
    <dgm:pt modelId="{41C78D88-0BF4-4535-B1EE-731A30F4C224}" type="pres">
      <dgm:prSet presAssocID="{8C809A51-4A38-4C76-9462-AD110F4109DA}" presName="textRect" presStyleLbl="revTx" presStyleIdx="0" presStyleCnt="4">
        <dgm:presLayoutVars>
          <dgm:chMax val="1"/>
          <dgm:chPref val="1"/>
        </dgm:presLayoutVars>
      </dgm:prSet>
      <dgm:spPr/>
    </dgm:pt>
    <dgm:pt modelId="{210672CC-E6BD-4360-B69D-DDA6DB7CD2AD}" type="pres">
      <dgm:prSet presAssocID="{83C6EC90-0C42-4EB9-9B95-9E245085B667}" presName="sibTrans" presStyleCnt="0"/>
      <dgm:spPr/>
    </dgm:pt>
    <dgm:pt modelId="{A7DC96A9-3F0E-4208-9B7C-BC866357E661}" type="pres">
      <dgm:prSet presAssocID="{C6761186-6A91-4B7E-84D8-E2BB12C7345F}" presName="compNode" presStyleCnt="0"/>
      <dgm:spPr/>
    </dgm:pt>
    <dgm:pt modelId="{C871C2FD-728A-4CC2-93BB-50CF47BF9BAA}" type="pres">
      <dgm:prSet presAssocID="{C6761186-6A91-4B7E-84D8-E2BB12C7345F}" presName="iconBgRect" presStyleLbl="bgShp" presStyleIdx="1" presStyleCnt="4"/>
      <dgm:spPr/>
    </dgm:pt>
    <dgm:pt modelId="{2A7F313D-E07A-4537-84CA-5A30A7B0CC63}" type="pres">
      <dgm:prSet presAssocID="{C6761186-6A91-4B7E-84D8-E2BB12C7345F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ck"/>
        </a:ext>
      </dgm:extLst>
    </dgm:pt>
    <dgm:pt modelId="{69473B9A-9332-47D0-889D-9F8CCD955757}" type="pres">
      <dgm:prSet presAssocID="{C6761186-6A91-4B7E-84D8-E2BB12C7345F}" presName="spaceRect" presStyleCnt="0"/>
      <dgm:spPr/>
    </dgm:pt>
    <dgm:pt modelId="{3257E4B0-1EBB-49CA-920E-7A5508F963E3}" type="pres">
      <dgm:prSet presAssocID="{C6761186-6A91-4B7E-84D8-E2BB12C7345F}" presName="textRect" presStyleLbl="revTx" presStyleIdx="1" presStyleCnt="4">
        <dgm:presLayoutVars>
          <dgm:chMax val="1"/>
          <dgm:chPref val="1"/>
        </dgm:presLayoutVars>
      </dgm:prSet>
      <dgm:spPr/>
    </dgm:pt>
    <dgm:pt modelId="{51F60C1A-E26B-4969-8AA6-03315FDDF0CE}" type="pres">
      <dgm:prSet presAssocID="{8D59B9F5-F115-4004-B860-ED22BCF6DB3B}" presName="sibTrans" presStyleCnt="0"/>
      <dgm:spPr/>
    </dgm:pt>
    <dgm:pt modelId="{19E3E1AB-FC94-4EDF-BFAF-8B9A640C2453}" type="pres">
      <dgm:prSet presAssocID="{E92A0A46-0D31-46DB-96DB-BB9B938887D0}" presName="compNode" presStyleCnt="0"/>
      <dgm:spPr/>
    </dgm:pt>
    <dgm:pt modelId="{3FD4B1B5-EB96-47F2-BE2E-23BD9CC38921}" type="pres">
      <dgm:prSet presAssocID="{E92A0A46-0D31-46DB-96DB-BB9B938887D0}" presName="iconBgRect" presStyleLbl="bgShp" presStyleIdx="2" presStyleCnt="4"/>
      <dgm:spPr/>
    </dgm:pt>
    <dgm:pt modelId="{F42DAF48-8883-47EC-BB7F-295D67F697B7}" type="pres">
      <dgm:prSet presAssocID="{E92A0A46-0D31-46DB-96DB-BB9B938887D0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C3759C32-CC6C-46CD-9106-709D5969429D}" type="pres">
      <dgm:prSet presAssocID="{E92A0A46-0D31-46DB-96DB-BB9B938887D0}" presName="spaceRect" presStyleCnt="0"/>
      <dgm:spPr/>
    </dgm:pt>
    <dgm:pt modelId="{3C2E5494-9B34-4711-9DBD-E6B2CF146E02}" type="pres">
      <dgm:prSet presAssocID="{E92A0A46-0D31-46DB-96DB-BB9B938887D0}" presName="textRect" presStyleLbl="revTx" presStyleIdx="2" presStyleCnt="4">
        <dgm:presLayoutVars>
          <dgm:chMax val="1"/>
          <dgm:chPref val="1"/>
        </dgm:presLayoutVars>
      </dgm:prSet>
      <dgm:spPr/>
    </dgm:pt>
    <dgm:pt modelId="{46F09F8B-5A32-418E-B4FF-78AB9BDE4655}" type="pres">
      <dgm:prSet presAssocID="{96A811CD-9D80-44AE-93A1-413B9D09A6AA}" presName="sibTrans" presStyleCnt="0"/>
      <dgm:spPr/>
    </dgm:pt>
    <dgm:pt modelId="{2DC447B6-568B-4B36-9CF6-46EA42DF41DE}" type="pres">
      <dgm:prSet presAssocID="{52A1A82D-0944-4F7C-BF6F-BC66E65B18C5}" presName="compNode" presStyleCnt="0"/>
      <dgm:spPr/>
    </dgm:pt>
    <dgm:pt modelId="{F8EEC0DE-2A87-4125-89EB-8469A78DF174}" type="pres">
      <dgm:prSet presAssocID="{52A1A82D-0944-4F7C-BF6F-BC66E65B18C5}" presName="iconBgRect" presStyleLbl="bgShp" presStyleIdx="3" presStyleCnt="4"/>
      <dgm:spPr/>
    </dgm:pt>
    <dgm:pt modelId="{B883B2BE-DC3E-4D27-8FBB-7C88F54B562B}" type="pres">
      <dgm:prSet presAssocID="{52A1A82D-0944-4F7C-BF6F-BC66E65B18C5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peat"/>
        </a:ext>
      </dgm:extLst>
    </dgm:pt>
    <dgm:pt modelId="{394E326D-32A4-4A4F-A060-0977FC19051E}" type="pres">
      <dgm:prSet presAssocID="{52A1A82D-0944-4F7C-BF6F-BC66E65B18C5}" presName="spaceRect" presStyleCnt="0"/>
      <dgm:spPr/>
    </dgm:pt>
    <dgm:pt modelId="{4013A280-B7C9-490F-A3BC-CB7964FA5BD5}" type="pres">
      <dgm:prSet presAssocID="{52A1A82D-0944-4F7C-BF6F-BC66E65B18C5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B047F829-0452-427E-8A1C-FDF73E0D8BBB}" type="presOf" srcId="{52A1A82D-0944-4F7C-BF6F-BC66E65B18C5}" destId="{4013A280-B7C9-490F-A3BC-CB7964FA5BD5}" srcOrd="0" destOrd="0" presId="urn:microsoft.com/office/officeart/2018/5/layout/IconCircleLabelList"/>
    <dgm:cxn modelId="{C5F47D37-F93E-448A-9F5B-6F26CDFF2479}" type="presOf" srcId="{8C809A51-4A38-4C76-9462-AD110F4109DA}" destId="{41C78D88-0BF4-4535-B1EE-731A30F4C224}" srcOrd="0" destOrd="0" presId="urn:microsoft.com/office/officeart/2018/5/layout/IconCircleLabelList"/>
    <dgm:cxn modelId="{E83F303E-86AC-413E-BB3C-EA4C3C4838E9}" srcId="{F0E52C1A-4F90-4639-A23A-5997C9A0C249}" destId="{C6761186-6A91-4B7E-84D8-E2BB12C7345F}" srcOrd="1" destOrd="0" parTransId="{1CABDD85-9C16-4228-BF2F-931DAE8D6FF8}" sibTransId="{8D59B9F5-F115-4004-B860-ED22BCF6DB3B}"/>
    <dgm:cxn modelId="{58333045-304F-46AA-ACC2-946EFAA29668}" srcId="{F0E52C1A-4F90-4639-A23A-5997C9A0C249}" destId="{8C809A51-4A38-4C76-9462-AD110F4109DA}" srcOrd="0" destOrd="0" parTransId="{0E00BF59-D442-4CD6-8C05-82540A43590C}" sibTransId="{83C6EC90-0C42-4EB9-9B95-9E245085B667}"/>
    <dgm:cxn modelId="{05EDA779-D87F-44E6-B5BF-A9445DE5C5AE}" type="presOf" srcId="{C6761186-6A91-4B7E-84D8-E2BB12C7345F}" destId="{3257E4B0-1EBB-49CA-920E-7A5508F963E3}" srcOrd="0" destOrd="0" presId="urn:microsoft.com/office/officeart/2018/5/layout/IconCircleLabelList"/>
    <dgm:cxn modelId="{98D36E7C-DAC5-4BD1-B7B3-B6CAFE0C0394}" srcId="{F0E52C1A-4F90-4639-A23A-5997C9A0C249}" destId="{E92A0A46-0D31-46DB-96DB-BB9B938887D0}" srcOrd="2" destOrd="0" parTransId="{D6CA39D4-33D1-41B5-BA91-020570059A85}" sibTransId="{96A811CD-9D80-44AE-93A1-413B9D09A6AA}"/>
    <dgm:cxn modelId="{F1016386-6084-4F84-8C0A-B11351626535}" type="presOf" srcId="{E92A0A46-0D31-46DB-96DB-BB9B938887D0}" destId="{3C2E5494-9B34-4711-9DBD-E6B2CF146E02}" srcOrd="0" destOrd="0" presId="urn:microsoft.com/office/officeart/2018/5/layout/IconCircleLabelList"/>
    <dgm:cxn modelId="{7FFAD1B4-DBCF-4984-8D44-848AA74615BE}" type="presOf" srcId="{F0E52C1A-4F90-4639-A23A-5997C9A0C249}" destId="{9D183C3C-BA81-4189-A197-3CF08718D3C6}" srcOrd="0" destOrd="0" presId="urn:microsoft.com/office/officeart/2018/5/layout/IconCircleLabelList"/>
    <dgm:cxn modelId="{946886DC-7FA2-4C33-8D7E-E33A5F919304}" srcId="{F0E52C1A-4F90-4639-A23A-5997C9A0C249}" destId="{52A1A82D-0944-4F7C-BF6F-BC66E65B18C5}" srcOrd="3" destOrd="0" parTransId="{72ACCD59-A4DA-40C1-A6FF-4BADC6B6AE39}" sibTransId="{709F3682-0C39-48B1-B2C3-A40B72B0E256}"/>
    <dgm:cxn modelId="{AE22B0DC-C537-4895-8353-8A8B1D35F030}" type="presParOf" srcId="{9D183C3C-BA81-4189-A197-3CF08718D3C6}" destId="{D8EB1D0B-5032-4434-B0EC-5B6D90E04F23}" srcOrd="0" destOrd="0" presId="urn:microsoft.com/office/officeart/2018/5/layout/IconCircleLabelList"/>
    <dgm:cxn modelId="{3DBC1D3E-E752-4947-9DD4-5DD7538DB52C}" type="presParOf" srcId="{D8EB1D0B-5032-4434-B0EC-5B6D90E04F23}" destId="{9A87BEA0-197D-4824-B299-C25C1DDC2085}" srcOrd="0" destOrd="0" presId="urn:microsoft.com/office/officeart/2018/5/layout/IconCircleLabelList"/>
    <dgm:cxn modelId="{CDE73409-4C5A-48F3-8E39-243CC53EFA4B}" type="presParOf" srcId="{D8EB1D0B-5032-4434-B0EC-5B6D90E04F23}" destId="{B41A6358-E166-4844-A3A5-B691B7755472}" srcOrd="1" destOrd="0" presId="urn:microsoft.com/office/officeart/2018/5/layout/IconCircleLabelList"/>
    <dgm:cxn modelId="{31392EDD-D183-4FE1-B6EE-4430957AAD1E}" type="presParOf" srcId="{D8EB1D0B-5032-4434-B0EC-5B6D90E04F23}" destId="{D8E235D2-A71F-4B9B-9263-166E9912986A}" srcOrd="2" destOrd="0" presId="urn:microsoft.com/office/officeart/2018/5/layout/IconCircleLabelList"/>
    <dgm:cxn modelId="{B1817892-44F2-4B2C-888F-AAFA99239137}" type="presParOf" srcId="{D8EB1D0B-5032-4434-B0EC-5B6D90E04F23}" destId="{41C78D88-0BF4-4535-B1EE-731A30F4C224}" srcOrd="3" destOrd="0" presId="urn:microsoft.com/office/officeart/2018/5/layout/IconCircleLabelList"/>
    <dgm:cxn modelId="{A664283D-155E-4655-8689-B2F79AEB3A21}" type="presParOf" srcId="{9D183C3C-BA81-4189-A197-3CF08718D3C6}" destId="{210672CC-E6BD-4360-B69D-DDA6DB7CD2AD}" srcOrd="1" destOrd="0" presId="urn:microsoft.com/office/officeart/2018/5/layout/IconCircleLabelList"/>
    <dgm:cxn modelId="{80EAB8B5-B75C-4ADE-B5FA-C51C24CA3444}" type="presParOf" srcId="{9D183C3C-BA81-4189-A197-3CF08718D3C6}" destId="{A7DC96A9-3F0E-4208-9B7C-BC866357E661}" srcOrd="2" destOrd="0" presId="urn:microsoft.com/office/officeart/2018/5/layout/IconCircleLabelList"/>
    <dgm:cxn modelId="{2D38488B-245F-4A88-AA2D-0B7D16CFE38C}" type="presParOf" srcId="{A7DC96A9-3F0E-4208-9B7C-BC866357E661}" destId="{C871C2FD-728A-4CC2-93BB-50CF47BF9BAA}" srcOrd="0" destOrd="0" presId="urn:microsoft.com/office/officeart/2018/5/layout/IconCircleLabelList"/>
    <dgm:cxn modelId="{18C036F1-BBBC-4EA0-B83E-02DBFA4AC4DF}" type="presParOf" srcId="{A7DC96A9-3F0E-4208-9B7C-BC866357E661}" destId="{2A7F313D-E07A-4537-84CA-5A30A7B0CC63}" srcOrd="1" destOrd="0" presId="urn:microsoft.com/office/officeart/2018/5/layout/IconCircleLabelList"/>
    <dgm:cxn modelId="{829D8BAA-84C9-4C32-89DE-A3B5DDFB7F6C}" type="presParOf" srcId="{A7DC96A9-3F0E-4208-9B7C-BC866357E661}" destId="{69473B9A-9332-47D0-889D-9F8CCD955757}" srcOrd="2" destOrd="0" presId="urn:microsoft.com/office/officeart/2018/5/layout/IconCircleLabelList"/>
    <dgm:cxn modelId="{9EE6D30F-49E6-4B00-98B7-43A5D3A7A47D}" type="presParOf" srcId="{A7DC96A9-3F0E-4208-9B7C-BC866357E661}" destId="{3257E4B0-1EBB-49CA-920E-7A5508F963E3}" srcOrd="3" destOrd="0" presId="urn:microsoft.com/office/officeart/2018/5/layout/IconCircleLabelList"/>
    <dgm:cxn modelId="{EFAC3A9B-29F4-409D-B0CC-1EC961A9250A}" type="presParOf" srcId="{9D183C3C-BA81-4189-A197-3CF08718D3C6}" destId="{51F60C1A-E26B-4969-8AA6-03315FDDF0CE}" srcOrd="3" destOrd="0" presId="urn:microsoft.com/office/officeart/2018/5/layout/IconCircleLabelList"/>
    <dgm:cxn modelId="{4811A36E-B86C-409E-9304-E245932C73C6}" type="presParOf" srcId="{9D183C3C-BA81-4189-A197-3CF08718D3C6}" destId="{19E3E1AB-FC94-4EDF-BFAF-8B9A640C2453}" srcOrd="4" destOrd="0" presId="urn:microsoft.com/office/officeart/2018/5/layout/IconCircleLabelList"/>
    <dgm:cxn modelId="{4015714F-0EEE-450A-8515-EAC8335F89F1}" type="presParOf" srcId="{19E3E1AB-FC94-4EDF-BFAF-8B9A640C2453}" destId="{3FD4B1B5-EB96-47F2-BE2E-23BD9CC38921}" srcOrd="0" destOrd="0" presId="urn:microsoft.com/office/officeart/2018/5/layout/IconCircleLabelList"/>
    <dgm:cxn modelId="{52AEE083-97A7-43BA-B92B-51B0AA096528}" type="presParOf" srcId="{19E3E1AB-FC94-4EDF-BFAF-8B9A640C2453}" destId="{F42DAF48-8883-47EC-BB7F-295D67F697B7}" srcOrd="1" destOrd="0" presId="urn:microsoft.com/office/officeart/2018/5/layout/IconCircleLabelList"/>
    <dgm:cxn modelId="{49F8F67B-A8F5-43E4-8BF3-5698841C3A13}" type="presParOf" srcId="{19E3E1AB-FC94-4EDF-BFAF-8B9A640C2453}" destId="{C3759C32-CC6C-46CD-9106-709D5969429D}" srcOrd="2" destOrd="0" presId="urn:microsoft.com/office/officeart/2018/5/layout/IconCircleLabelList"/>
    <dgm:cxn modelId="{8F75D719-BDF4-480E-81B7-28AB929C3FAA}" type="presParOf" srcId="{19E3E1AB-FC94-4EDF-BFAF-8B9A640C2453}" destId="{3C2E5494-9B34-4711-9DBD-E6B2CF146E02}" srcOrd="3" destOrd="0" presId="urn:microsoft.com/office/officeart/2018/5/layout/IconCircleLabelList"/>
    <dgm:cxn modelId="{7893484E-E807-46A7-876A-40FD00D81F35}" type="presParOf" srcId="{9D183C3C-BA81-4189-A197-3CF08718D3C6}" destId="{46F09F8B-5A32-418E-B4FF-78AB9BDE4655}" srcOrd="5" destOrd="0" presId="urn:microsoft.com/office/officeart/2018/5/layout/IconCircleLabelList"/>
    <dgm:cxn modelId="{8790DBE1-986B-4D36-8F48-8AE02D68F397}" type="presParOf" srcId="{9D183C3C-BA81-4189-A197-3CF08718D3C6}" destId="{2DC447B6-568B-4B36-9CF6-46EA42DF41DE}" srcOrd="6" destOrd="0" presId="urn:microsoft.com/office/officeart/2018/5/layout/IconCircleLabelList"/>
    <dgm:cxn modelId="{B8DF0DE5-4506-4E5E-BE27-349AB865C9AD}" type="presParOf" srcId="{2DC447B6-568B-4B36-9CF6-46EA42DF41DE}" destId="{F8EEC0DE-2A87-4125-89EB-8469A78DF174}" srcOrd="0" destOrd="0" presId="urn:microsoft.com/office/officeart/2018/5/layout/IconCircleLabelList"/>
    <dgm:cxn modelId="{BBEB32DF-7301-4CBA-9168-B3D7C9BB68CA}" type="presParOf" srcId="{2DC447B6-568B-4B36-9CF6-46EA42DF41DE}" destId="{B883B2BE-DC3E-4D27-8FBB-7C88F54B562B}" srcOrd="1" destOrd="0" presId="urn:microsoft.com/office/officeart/2018/5/layout/IconCircleLabelList"/>
    <dgm:cxn modelId="{8F52063F-A554-4C0D-8F6F-578130E74A5C}" type="presParOf" srcId="{2DC447B6-568B-4B36-9CF6-46EA42DF41DE}" destId="{394E326D-32A4-4A4F-A060-0977FC19051E}" srcOrd="2" destOrd="0" presId="urn:microsoft.com/office/officeart/2018/5/layout/IconCircleLabelList"/>
    <dgm:cxn modelId="{6AC3D21A-4405-4855-AEC0-17239D31C09A}" type="presParOf" srcId="{2DC447B6-568B-4B36-9CF6-46EA42DF41DE}" destId="{4013A280-B7C9-490F-A3BC-CB7964FA5BD5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A41584-6E69-4E2B-99B0-CECF4A34C442}">
      <dsp:nvSpPr>
        <dsp:cNvPr id="0" name=""/>
        <dsp:cNvSpPr/>
      </dsp:nvSpPr>
      <dsp:spPr>
        <a:xfrm>
          <a:off x="666724" y="196068"/>
          <a:ext cx="2024437" cy="202443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DAA242-CEBE-4F06-8F04-951561CC6AF5}">
      <dsp:nvSpPr>
        <dsp:cNvPr id="0" name=""/>
        <dsp:cNvSpPr/>
      </dsp:nvSpPr>
      <dsp:spPr>
        <a:xfrm>
          <a:off x="1098162" y="627506"/>
          <a:ext cx="1161562" cy="1161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B3D63C-D446-4663-B6EA-2749BF76A4C3}">
      <dsp:nvSpPr>
        <dsp:cNvPr id="0" name=""/>
        <dsp:cNvSpPr/>
      </dsp:nvSpPr>
      <dsp:spPr>
        <a:xfrm>
          <a:off x="19568" y="2851069"/>
          <a:ext cx="33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b="1" kern="1200"/>
            <a:t>Lead Time</a:t>
          </a:r>
          <a:r>
            <a:rPr lang="en-US" sz="1700" kern="1200"/>
            <a:t>: Total elapsed time from request to delivery.</a:t>
          </a:r>
        </a:p>
      </dsp:txBody>
      <dsp:txXfrm>
        <a:off x="19568" y="2851069"/>
        <a:ext cx="3318750" cy="720000"/>
      </dsp:txXfrm>
    </dsp:sp>
    <dsp:sp modelId="{4961C763-4919-46E6-B4E2-825DBC6AE8C9}">
      <dsp:nvSpPr>
        <dsp:cNvPr id="0" name=""/>
        <dsp:cNvSpPr/>
      </dsp:nvSpPr>
      <dsp:spPr>
        <a:xfrm>
          <a:off x="4566256" y="196068"/>
          <a:ext cx="2024437" cy="202443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C7147A-72AF-463D-B92F-DEAE2E74D3E9}">
      <dsp:nvSpPr>
        <dsp:cNvPr id="0" name=""/>
        <dsp:cNvSpPr/>
      </dsp:nvSpPr>
      <dsp:spPr>
        <a:xfrm>
          <a:off x="4997693" y="627506"/>
          <a:ext cx="1161562" cy="1161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481C97-E869-49BB-934F-5D1C669518A5}">
      <dsp:nvSpPr>
        <dsp:cNvPr id="0" name=""/>
        <dsp:cNvSpPr/>
      </dsp:nvSpPr>
      <dsp:spPr>
        <a:xfrm>
          <a:off x="3919100" y="2851069"/>
          <a:ext cx="33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b="1" kern="1200"/>
            <a:t>Processing Time</a:t>
          </a:r>
          <a:r>
            <a:rPr lang="en-US" sz="1700" kern="1200"/>
            <a:t>: Time spent actively working on the task.</a:t>
          </a:r>
        </a:p>
      </dsp:txBody>
      <dsp:txXfrm>
        <a:off x="3919100" y="2851069"/>
        <a:ext cx="3318750" cy="720000"/>
      </dsp:txXfrm>
    </dsp:sp>
    <dsp:sp modelId="{DC23533E-CA32-4D0F-B3A1-9026B185D157}">
      <dsp:nvSpPr>
        <dsp:cNvPr id="0" name=""/>
        <dsp:cNvSpPr/>
      </dsp:nvSpPr>
      <dsp:spPr>
        <a:xfrm>
          <a:off x="8465787" y="196068"/>
          <a:ext cx="2024437" cy="202443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AB5F52-5BAB-4AD1-B2F4-53DBC3A4E0F2}">
      <dsp:nvSpPr>
        <dsp:cNvPr id="0" name=""/>
        <dsp:cNvSpPr/>
      </dsp:nvSpPr>
      <dsp:spPr>
        <a:xfrm>
          <a:off x="8897225" y="627506"/>
          <a:ext cx="1161562" cy="11615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3990C3-E530-4BBB-81E6-1CB67C71F790}">
      <dsp:nvSpPr>
        <dsp:cNvPr id="0" name=""/>
        <dsp:cNvSpPr/>
      </dsp:nvSpPr>
      <dsp:spPr>
        <a:xfrm>
          <a:off x="7818631" y="2851069"/>
          <a:ext cx="33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Most lead time is often, not working.</a:t>
          </a:r>
        </a:p>
      </dsp:txBody>
      <dsp:txXfrm>
        <a:off x="7818631" y="2851069"/>
        <a:ext cx="331875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84A400-A2FE-42B8-ACEA-7F61FCE27598}">
      <dsp:nvSpPr>
        <dsp:cNvPr id="0" name=""/>
        <dsp:cNvSpPr/>
      </dsp:nvSpPr>
      <dsp:spPr>
        <a:xfrm>
          <a:off x="646127" y="97595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47D557-1B40-4203-AC07-4AA97DDFF2BA}">
      <dsp:nvSpPr>
        <dsp:cNvPr id="0" name=""/>
        <dsp:cNvSpPr/>
      </dsp:nvSpPr>
      <dsp:spPr>
        <a:xfrm>
          <a:off x="880127" y="331596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23BFD0-EE18-4EC1-B5FD-333680E7A736}">
      <dsp:nvSpPr>
        <dsp:cNvPr id="0" name=""/>
        <dsp:cNvSpPr/>
      </dsp:nvSpPr>
      <dsp:spPr>
        <a:xfrm>
          <a:off x="295127" y="1537596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Work waits in queues longer than it is processed.</a:t>
          </a:r>
        </a:p>
      </dsp:txBody>
      <dsp:txXfrm>
        <a:off x="295127" y="1537596"/>
        <a:ext cx="1800000" cy="720000"/>
      </dsp:txXfrm>
    </dsp:sp>
    <dsp:sp modelId="{566B1D10-3DFD-4649-ADEC-35169182DAC2}">
      <dsp:nvSpPr>
        <dsp:cNvPr id="0" name=""/>
        <dsp:cNvSpPr/>
      </dsp:nvSpPr>
      <dsp:spPr>
        <a:xfrm>
          <a:off x="2761127" y="97595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2422F8-8963-489C-BDBF-06228A36046D}">
      <dsp:nvSpPr>
        <dsp:cNvPr id="0" name=""/>
        <dsp:cNvSpPr/>
      </dsp:nvSpPr>
      <dsp:spPr>
        <a:xfrm>
          <a:off x="2995127" y="331596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B8C19B-7D7E-465A-904A-49A576A2AD6B}">
      <dsp:nvSpPr>
        <dsp:cNvPr id="0" name=""/>
        <dsp:cNvSpPr/>
      </dsp:nvSpPr>
      <dsp:spPr>
        <a:xfrm>
          <a:off x="2410127" y="1537596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Sequential workflows increase delays.</a:t>
          </a:r>
        </a:p>
      </dsp:txBody>
      <dsp:txXfrm>
        <a:off x="2410127" y="1537596"/>
        <a:ext cx="1800000" cy="720000"/>
      </dsp:txXfrm>
    </dsp:sp>
    <dsp:sp modelId="{B0333F7E-0D1C-43FE-81CE-2D44460C7B7F}">
      <dsp:nvSpPr>
        <dsp:cNvPr id="0" name=""/>
        <dsp:cNvSpPr/>
      </dsp:nvSpPr>
      <dsp:spPr>
        <a:xfrm>
          <a:off x="4876127" y="97595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0EBA2F-1C1A-45D2-8D33-978E8640006B}">
      <dsp:nvSpPr>
        <dsp:cNvPr id="0" name=""/>
        <dsp:cNvSpPr/>
      </dsp:nvSpPr>
      <dsp:spPr>
        <a:xfrm>
          <a:off x="5110127" y="331596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03E796-1594-4763-BC71-FA5266EAE05B}">
      <dsp:nvSpPr>
        <dsp:cNvPr id="0" name=""/>
        <dsp:cNvSpPr/>
      </dsp:nvSpPr>
      <dsp:spPr>
        <a:xfrm>
          <a:off x="4525128" y="1537596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Manual deployments create scheduling bottlenecks.</a:t>
          </a:r>
        </a:p>
      </dsp:txBody>
      <dsp:txXfrm>
        <a:off x="4525128" y="1537596"/>
        <a:ext cx="1800000" cy="720000"/>
      </dsp:txXfrm>
    </dsp:sp>
    <dsp:sp modelId="{8273C30B-9C40-4189-B1D7-1024C2087AE3}">
      <dsp:nvSpPr>
        <dsp:cNvPr id="0" name=""/>
        <dsp:cNvSpPr/>
      </dsp:nvSpPr>
      <dsp:spPr>
        <a:xfrm>
          <a:off x="2761127" y="2707596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F17D2D-836B-49C5-84A1-A85724D8A780}">
      <dsp:nvSpPr>
        <dsp:cNvPr id="0" name=""/>
        <dsp:cNvSpPr/>
      </dsp:nvSpPr>
      <dsp:spPr>
        <a:xfrm>
          <a:off x="2995127" y="2941596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5591BC-5C20-4EAA-B618-6A4D2979DB98}">
      <dsp:nvSpPr>
        <dsp:cNvPr id="0" name=""/>
        <dsp:cNvSpPr/>
      </dsp:nvSpPr>
      <dsp:spPr>
        <a:xfrm>
          <a:off x="2410127" y="4147596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Defects discovered late require rework.</a:t>
          </a:r>
        </a:p>
      </dsp:txBody>
      <dsp:txXfrm>
        <a:off x="2410127" y="4147596"/>
        <a:ext cx="180000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8B5D1C-11E6-4C7F-808A-E78D43C19544}">
      <dsp:nvSpPr>
        <dsp:cNvPr id="0" name=""/>
        <dsp:cNvSpPr/>
      </dsp:nvSpPr>
      <dsp:spPr>
        <a:xfrm>
          <a:off x="0" y="4047305"/>
          <a:ext cx="6620255" cy="132841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77800" rIns="177800" bIns="1778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Teams can deploy safely and frequently.</a:t>
          </a:r>
        </a:p>
      </dsp:txBody>
      <dsp:txXfrm>
        <a:off x="0" y="4047305"/>
        <a:ext cx="6620255" cy="1328416"/>
      </dsp:txXfrm>
    </dsp:sp>
    <dsp:sp modelId="{A673D45E-1F43-42A0-A50B-0B2F806B1C81}">
      <dsp:nvSpPr>
        <dsp:cNvPr id="0" name=""/>
        <dsp:cNvSpPr/>
      </dsp:nvSpPr>
      <dsp:spPr>
        <a:xfrm rot="10800000">
          <a:off x="0" y="2024127"/>
          <a:ext cx="6620255" cy="2043103"/>
        </a:xfrm>
        <a:prstGeom prst="upArrowCallout">
          <a:avLst/>
        </a:prstGeom>
        <a:solidFill>
          <a:schemeClr val="accent2">
            <a:hueOff val="-5184504"/>
            <a:satOff val="-10204"/>
            <a:lumOff val="637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77800" rIns="177800" bIns="1778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Achieved through:</a:t>
          </a:r>
        </a:p>
      </dsp:txBody>
      <dsp:txXfrm rot="-10800000">
        <a:off x="0" y="2024127"/>
        <a:ext cx="6620255" cy="717129"/>
      </dsp:txXfrm>
    </dsp:sp>
    <dsp:sp modelId="{980D5229-9C7A-4BBE-B95D-71DBFA78DFE8}">
      <dsp:nvSpPr>
        <dsp:cNvPr id="0" name=""/>
        <dsp:cNvSpPr/>
      </dsp:nvSpPr>
      <dsp:spPr>
        <a:xfrm>
          <a:off x="0" y="2741257"/>
          <a:ext cx="1655063" cy="610888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25400" rIns="14224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Automation</a:t>
          </a:r>
        </a:p>
      </dsp:txBody>
      <dsp:txXfrm>
        <a:off x="0" y="2741257"/>
        <a:ext cx="1655063" cy="610888"/>
      </dsp:txXfrm>
    </dsp:sp>
    <dsp:sp modelId="{1EA83C49-AFF7-4ACF-8E4C-F708135CBA39}">
      <dsp:nvSpPr>
        <dsp:cNvPr id="0" name=""/>
        <dsp:cNvSpPr/>
      </dsp:nvSpPr>
      <dsp:spPr>
        <a:xfrm>
          <a:off x="1655064" y="2741257"/>
          <a:ext cx="1655063" cy="610888"/>
        </a:xfrm>
        <a:prstGeom prst="rect">
          <a:avLst/>
        </a:prstGeom>
        <a:solidFill>
          <a:schemeClr val="accent2">
            <a:tint val="40000"/>
            <a:alpha val="90000"/>
            <a:hueOff val="-3682554"/>
            <a:satOff val="7973"/>
            <a:lumOff val="744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-3682554"/>
              <a:satOff val="7973"/>
              <a:lumOff val="74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25400" rIns="14224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Continuous integration</a:t>
          </a:r>
        </a:p>
      </dsp:txBody>
      <dsp:txXfrm>
        <a:off x="1655064" y="2741257"/>
        <a:ext cx="1655063" cy="610888"/>
      </dsp:txXfrm>
    </dsp:sp>
    <dsp:sp modelId="{FEA5BE9D-6F24-45E3-8CCC-D1D443E201FD}">
      <dsp:nvSpPr>
        <dsp:cNvPr id="0" name=""/>
        <dsp:cNvSpPr/>
      </dsp:nvSpPr>
      <dsp:spPr>
        <a:xfrm>
          <a:off x="3310127" y="2741257"/>
          <a:ext cx="1655063" cy="610888"/>
        </a:xfrm>
        <a:prstGeom prst="rect">
          <a:avLst/>
        </a:prstGeom>
        <a:solidFill>
          <a:schemeClr val="accent2">
            <a:tint val="40000"/>
            <a:alpha val="90000"/>
            <a:hueOff val="-7365108"/>
            <a:satOff val="15945"/>
            <a:lumOff val="148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-7365108"/>
              <a:satOff val="15945"/>
              <a:lumOff val="148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25400" rIns="14224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Continuous delivery</a:t>
          </a:r>
        </a:p>
      </dsp:txBody>
      <dsp:txXfrm>
        <a:off x="3310127" y="2741257"/>
        <a:ext cx="1655063" cy="610888"/>
      </dsp:txXfrm>
    </dsp:sp>
    <dsp:sp modelId="{81978688-6FBD-4174-9060-1C811CFC87B7}">
      <dsp:nvSpPr>
        <dsp:cNvPr id="0" name=""/>
        <dsp:cNvSpPr/>
      </dsp:nvSpPr>
      <dsp:spPr>
        <a:xfrm>
          <a:off x="4965192" y="2741257"/>
          <a:ext cx="1655063" cy="610888"/>
        </a:xfrm>
        <a:prstGeom prst="rect">
          <a:avLst/>
        </a:prstGeom>
        <a:solidFill>
          <a:schemeClr val="accent2">
            <a:tint val="40000"/>
            <a:alpha val="90000"/>
            <a:hueOff val="-11047662"/>
            <a:satOff val="23918"/>
            <a:lumOff val="2232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-11047662"/>
              <a:satOff val="23918"/>
              <a:lumOff val="223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25400" rIns="14224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Small batch changes</a:t>
          </a:r>
        </a:p>
      </dsp:txBody>
      <dsp:txXfrm>
        <a:off x="4965192" y="2741257"/>
        <a:ext cx="1655063" cy="610888"/>
      </dsp:txXfrm>
    </dsp:sp>
    <dsp:sp modelId="{3464977A-B63F-40EE-AC1F-C2CF4E7A7587}">
      <dsp:nvSpPr>
        <dsp:cNvPr id="0" name=""/>
        <dsp:cNvSpPr/>
      </dsp:nvSpPr>
      <dsp:spPr>
        <a:xfrm rot="10800000">
          <a:off x="0" y="950"/>
          <a:ext cx="6620255" cy="2043103"/>
        </a:xfrm>
        <a:prstGeom prst="upArrowCallout">
          <a:avLst/>
        </a:prstGeom>
        <a:solidFill>
          <a:schemeClr val="accent2">
            <a:hueOff val="-10369007"/>
            <a:satOff val="-20408"/>
            <a:lumOff val="1274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77800" rIns="177800" bIns="1778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DevOps aims for deployment lead times measured in minutes.</a:t>
          </a:r>
        </a:p>
      </dsp:txBody>
      <dsp:txXfrm rot="10800000">
        <a:off x="0" y="950"/>
        <a:ext cx="6620255" cy="132754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29A67B-5917-4D82-B347-03B8E19F6C59}">
      <dsp:nvSpPr>
        <dsp:cNvPr id="0" name=""/>
        <dsp:cNvSpPr/>
      </dsp:nvSpPr>
      <dsp:spPr>
        <a:xfrm>
          <a:off x="799474" y="803568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B15C08-6085-42F3-80A2-84ACE6F63EEA}">
      <dsp:nvSpPr>
        <dsp:cNvPr id="0" name=""/>
        <dsp:cNvSpPr/>
      </dsp:nvSpPr>
      <dsp:spPr>
        <a:xfrm>
          <a:off x="1033474" y="1037569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B06609-C47C-4EE3-96E1-F25E22D0719A}">
      <dsp:nvSpPr>
        <dsp:cNvPr id="0" name=""/>
        <dsp:cNvSpPr/>
      </dsp:nvSpPr>
      <dsp:spPr>
        <a:xfrm>
          <a:off x="448474" y="2243569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Faster customer feedback</a:t>
          </a:r>
        </a:p>
      </dsp:txBody>
      <dsp:txXfrm>
        <a:off x="448474" y="2243569"/>
        <a:ext cx="1800000" cy="720000"/>
      </dsp:txXfrm>
    </dsp:sp>
    <dsp:sp modelId="{895014E0-B1A8-4A8E-8527-0B71126320B2}">
      <dsp:nvSpPr>
        <dsp:cNvPr id="0" name=""/>
        <dsp:cNvSpPr/>
      </dsp:nvSpPr>
      <dsp:spPr>
        <a:xfrm>
          <a:off x="2914474" y="803568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BE89FD-B0FA-4380-A6D6-792D717265BF}">
      <dsp:nvSpPr>
        <dsp:cNvPr id="0" name=""/>
        <dsp:cNvSpPr/>
      </dsp:nvSpPr>
      <dsp:spPr>
        <a:xfrm>
          <a:off x="3148474" y="1037568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ED2F8F-B730-4CE2-9CC1-AFAE9B802AF1}">
      <dsp:nvSpPr>
        <dsp:cNvPr id="0" name=""/>
        <dsp:cNvSpPr/>
      </dsp:nvSpPr>
      <dsp:spPr>
        <a:xfrm>
          <a:off x="2563474" y="2243569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Lower risk per change</a:t>
          </a:r>
        </a:p>
      </dsp:txBody>
      <dsp:txXfrm>
        <a:off x="2563474" y="2243569"/>
        <a:ext cx="1800000" cy="720000"/>
      </dsp:txXfrm>
    </dsp:sp>
    <dsp:sp modelId="{C1897396-E518-49F3-BCA4-941BFB414665}">
      <dsp:nvSpPr>
        <dsp:cNvPr id="0" name=""/>
        <dsp:cNvSpPr/>
      </dsp:nvSpPr>
      <dsp:spPr>
        <a:xfrm>
          <a:off x="5029475" y="803568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D45EBF-2927-4DF4-AD30-4A92F47D269F}">
      <dsp:nvSpPr>
        <dsp:cNvPr id="0" name=""/>
        <dsp:cNvSpPr/>
      </dsp:nvSpPr>
      <dsp:spPr>
        <a:xfrm>
          <a:off x="5263475" y="1037568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F68F01-BA70-42E5-9F98-D554B52209BC}">
      <dsp:nvSpPr>
        <dsp:cNvPr id="0" name=""/>
        <dsp:cNvSpPr/>
      </dsp:nvSpPr>
      <dsp:spPr>
        <a:xfrm>
          <a:off x="4678475" y="2243569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Higher quality releases</a:t>
          </a:r>
        </a:p>
      </dsp:txBody>
      <dsp:txXfrm>
        <a:off x="4678475" y="2243569"/>
        <a:ext cx="1800000" cy="720000"/>
      </dsp:txXfrm>
    </dsp:sp>
    <dsp:sp modelId="{5C2C2659-65E4-41E1-B375-8B544ECABEDA}">
      <dsp:nvSpPr>
        <dsp:cNvPr id="0" name=""/>
        <dsp:cNvSpPr/>
      </dsp:nvSpPr>
      <dsp:spPr>
        <a:xfrm>
          <a:off x="7144475" y="803568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447831-06E8-4330-8EAA-57F347995362}">
      <dsp:nvSpPr>
        <dsp:cNvPr id="0" name=""/>
        <dsp:cNvSpPr/>
      </dsp:nvSpPr>
      <dsp:spPr>
        <a:xfrm>
          <a:off x="7378475" y="1037568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91B30B-8FC4-4ACF-B435-702F62AE82B9}">
      <dsp:nvSpPr>
        <dsp:cNvPr id="0" name=""/>
        <dsp:cNvSpPr/>
      </dsp:nvSpPr>
      <dsp:spPr>
        <a:xfrm>
          <a:off x="6793475" y="2243569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Improved team morale</a:t>
          </a:r>
        </a:p>
      </dsp:txBody>
      <dsp:txXfrm>
        <a:off x="6793475" y="2243569"/>
        <a:ext cx="1800000" cy="720000"/>
      </dsp:txXfrm>
    </dsp:sp>
    <dsp:sp modelId="{C2FC06F3-A0DB-4E2B-B995-3CE9A760BAAD}">
      <dsp:nvSpPr>
        <dsp:cNvPr id="0" name=""/>
        <dsp:cNvSpPr/>
      </dsp:nvSpPr>
      <dsp:spPr>
        <a:xfrm>
          <a:off x="9259475" y="803568"/>
          <a:ext cx="1098000" cy="1098000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2C0F54-7870-49AA-BAD4-8324383B782F}">
      <dsp:nvSpPr>
        <dsp:cNvPr id="0" name=""/>
        <dsp:cNvSpPr/>
      </dsp:nvSpPr>
      <dsp:spPr>
        <a:xfrm>
          <a:off x="9493475" y="1037568"/>
          <a:ext cx="630000" cy="63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51F682-70A4-455C-A64B-CBA2AA67E10A}">
      <dsp:nvSpPr>
        <dsp:cNvPr id="0" name=""/>
        <dsp:cNvSpPr/>
      </dsp:nvSpPr>
      <dsp:spPr>
        <a:xfrm>
          <a:off x="8908475" y="2243569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Better alignment with business goals</a:t>
          </a:r>
        </a:p>
      </dsp:txBody>
      <dsp:txXfrm>
        <a:off x="8908475" y="2243569"/>
        <a:ext cx="1800000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87BEA0-197D-4824-B299-C25C1DDC2085}">
      <dsp:nvSpPr>
        <dsp:cNvPr id="0" name=""/>
        <dsp:cNvSpPr/>
      </dsp:nvSpPr>
      <dsp:spPr>
        <a:xfrm>
          <a:off x="647881" y="569645"/>
          <a:ext cx="1454733" cy="145473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1A6358-E166-4844-A3A5-B691B7755472}">
      <dsp:nvSpPr>
        <dsp:cNvPr id="0" name=""/>
        <dsp:cNvSpPr/>
      </dsp:nvSpPr>
      <dsp:spPr>
        <a:xfrm>
          <a:off x="957906" y="879670"/>
          <a:ext cx="834683" cy="83468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C78D88-0BF4-4535-B1EE-731A30F4C224}">
      <dsp:nvSpPr>
        <dsp:cNvPr id="0" name=""/>
        <dsp:cNvSpPr/>
      </dsp:nvSpPr>
      <dsp:spPr>
        <a:xfrm>
          <a:off x="182843" y="2477492"/>
          <a:ext cx="238480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Lead time includes both work and waiting.</a:t>
          </a:r>
        </a:p>
      </dsp:txBody>
      <dsp:txXfrm>
        <a:off x="182843" y="2477492"/>
        <a:ext cx="2384809" cy="720000"/>
      </dsp:txXfrm>
    </dsp:sp>
    <dsp:sp modelId="{C871C2FD-728A-4CC2-93BB-50CF47BF9BAA}">
      <dsp:nvSpPr>
        <dsp:cNvPr id="0" name=""/>
        <dsp:cNvSpPr/>
      </dsp:nvSpPr>
      <dsp:spPr>
        <a:xfrm>
          <a:off x="3450032" y="569645"/>
          <a:ext cx="1454733" cy="1454733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7F313D-E07A-4537-84CA-5A30A7B0CC63}">
      <dsp:nvSpPr>
        <dsp:cNvPr id="0" name=""/>
        <dsp:cNvSpPr/>
      </dsp:nvSpPr>
      <dsp:spPr>
        <a:xfrm>
          <a:off x="3760057" y="879670"/>
          <a:ext cx="834683" cy="83468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57E4B0-1EBB-49CA-920E-7A5508F963E3}">
      <dsp:nvSpPr>
        <dsp:cNvPr id="0" name=""/>
        <dsp:cNvSpPr/>
      </dsp:nvSpPr>
      <dsp:spPr>
        <a:xfrm>
          <a:off x="2984994" y="2477492"/>
          <a:ext cx="238480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Traditional IT environments suffer from excessive delays.</a:t>
          </a:r>
        </a:p>
      </dsp:txBody>
      <dsp:txXfrm>
        <a:off x="2984994" y="2477492"/>
        <a:ext cx="2384809" cy="720000"/>
      </dsp:txXfrm>
    </dsp:sp>
    <dsp:sp modelId="{3FD4B1B5-EB96-47F2-BE2E-23BD9CC38921}">
      <dsp:nvSpPr>
        <dsp:cNvPr id="0" name=""/>
        <dsp:cNvSpPr/>
      </dsp:nvSpPr>
      <dsp:spPr>
        <a:xfrm>
          <a:off x="6252183" y="569645"/>
          <a:ext cx="1454733" cy="1454733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2DAF48-8883-47EC-BB7F-295D67F697B7}">
      <dsp:nvSpPr>
        <dsp:cNvPr id="0" name=""/>
        <dsp:cNvSpPr/>
      </dsp:nvSpPr>
      <dsp:spPr>
        <a:xfrm>
          <a:off x="6562208" y="879670"/>
          <a:ext cx="834683" cy="83468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2E5494-9B34-4711-9DBD-E6B2CF146E02}">
      <dsp:nvSpPr>
        <dsp:cNvPr id="0" name=""/>
        <dsp:cNvSpPr/>
      </dsp:nvSpPr>
      <dsp:spPr>
        <a:xfrm>
          <a:off x="5787145" y="2477492"/>
          <a:ext cx="238480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DevOps practices dramatically reduce lead times.</a:t>
          </a:r>
        </a:p>
      </dsp:txBody>
      <dsp:txXfrm>
        <a:off x="5787145" y="2477492"/>
        <a:ext cx="2384809" cy="720000"/>
      </dsp:txXfrm>
    </dsp:sp>
    <dsp:sp modelId="{F8EEC0DE-2A87-4125-89EB-8469A78DF174}">
      <dsp:nvSpPr>
        <dsp:cNvPr id="0" name=""/>
        <dsp:cNvSpPr/>
      </dsp:nvSpPr>
      <dsp:spPr>
        <a:xfrm>
          <a:off x="9054334" y="569645"/>
          <a:ext cx="1454733" cy="1454733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83B2BE-DC3E-4D27-8FBB-7C88F54B562B}">
      <dsp:nvSpPr>
        <dsp:cNvPr id="0" name=""/>
        <dsp:cNvSpPr/>
      </dsp:nvSpPr>
      <dsp:spPr>
        <a:xfrm>
          <a:off x="9364359" y="879670"/>
          <a:ext cx="834683" cy="83468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13A280-B7C9-490F-A3BC-CB7964FA5BD5}">
      <dsp:nvSpPr>
        <dsp:cNvPr id="0" name=""/>
        <dsp:cNvSpPr/>
      </dsp:nvSpPr>
      <dsp:spPr>
        <a:xfrm>
          <a:off x="8589296" y="2477492"/>
          <a:ext cx="238480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Optimizing the technology value stream enables continuous value delivery.</a:t>
          </a:r>
        </a:p>
      </dsp:txBody>
      <dsp:txXfrm>
        <a:off x="8589296" y="2477492"/>
        <a:ext cx="2384809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0.31789</cdr:x>
      <cdr:y>0.88465</cdr:y>
    </cdr:from>
    <cdr:to>
      <cdr:x>0.70045</cdr:x>
      <cdr:y>0.92907</cdr:y>
    </cdr:to>
    <cdr:sp macro="" textlink="">
      <cdr:nvSpPr>
        <cdr:cNvPr id="2" name="TextBox 1">
          <a:extLst xmlns:a="http://schemas.openxmlformats.org/drawingml/2006/main">
            <a:ext uri="{FF2B5EF4-FFF2-40B4-BE49-F238E27FC236}">
              <a16:creationId xmlns:a16="http://schemas.microsoft.com/office/drawing/2014/main" id="{6B7EAA47-AE00-5ED3-D742-15CB936DFBD9}"/>
            </a:ext>
          </a:extLst>
        </cdr:cNvPr>
        <cdr:cNvSpPr txBox="1"/>
      </cdr:nvSpPr>
      <cdr:spPr>
        <a:xfrm xmlns:a="http://schemas.openxmlformats.org/drawingml/2006/main">
          <a:off x="1593184" y="4699051"/>
          <a:ext cx="1917290" cy="235974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pPr algn="ctr"/>
          <a:r>
            <a:rPr lang="en-US" sz="1200" kern="1200" dirty="0"/>
            <a:t>Time</a:t>
          </a:r>
          <a:r>
            <a:rPr lang="en-US" sz="1100" kern="1200" dirty="0"/>
            <a:t> in Days</a:t>
          </a:r>
        </a:p>
      </cdr:txBody>
    </cdr:sp>
  </cdr:relSizeAnchor>
</c:userShap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301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254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4654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300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471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8861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3320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667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273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245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2475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729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06" r:id="rId6"/>
    <p:sldLayoutId id="2147483702" r:id="rId7"/>
    <p:sldLayoutId id="2147483703" r:id="rId8"/>
    <p:sldLayoutId id="2147483704" r:id="rId9"/>
    <p:sldLayoutId id="2147483705" r:id="rId10"/>
    <p:sldLayoutId id="2147483707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llaboutlean.com/bottleneck-walk1/processbndirection/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sa/3.0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ux.com/audience/devops/devops-fundamentals-part-2-value-stream/?utm_source=chatgpt.com" TargetMode="External"/><Relationship Id="rId2" Type="http://schemas.openxmlformats.org/officeDocument/2006/relationships/hyperlink" Target="https://dzone.com/articles/an-introduction-to-devops-principles?utm_source=chatgpt.com" TargetMode="Externa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www.software.com/devops-guides/lead-time?utm_source=chatgpt.com" TargetMode="External"/><Relationship Id="rId5" Type="http://schemas.openxmlformats.org/officeDocument/2006/relationships/hyperlink" Target="https://www.roncrivera.io/post/devops?utm_source=chatgpt.com" TargetMode="External"/><Relationship Id="rId4" Type="http://schemas.openxmlformats.org/officeDocument/2006/relationships/hyperlink" Target="https://red-green-refactor.com/2020/11/04/book-club-the-devops-handbook-chapter-1-agile-continuous-delivery-and-the-three-ways/?utm_source=chatgp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820888B-4EA5-E0E8-6D52-7733E1E774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0D1140-1636-37E0-6394-96CC10E526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3397649" cy="3303764"/>
          </a:xfrm>
        </p:spPr>
        <p:txBody>
          <a:bodyPr anchor="t">
            <a:normAutofit/>
          </a:bodyPr>
          <a:lstStyle/>
          <a:p>
            <a:r>
              <a:rPr lang="en-US" sz="4800"/>
              <a:t>The Technology Value Stream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07523E-7B26-B083-6AB1-C690CDCADB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354633"/>
            <a:ext cx="3397649" cy="1706533"/>
          </a:xfrm>
        </p:spPr>
        <p:txBody>
          <a:bodyPr anchor="t">
            <a:normAutofit/>
          </a:bodyPr>
          <a:lstStyle/>
          <a:p>
            <a:r>
              <a:rPr lang="en-US" dirty="0"/>
              <a:t>Lead Time, Processing Time, and the DevOps Ideal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6B5A8BF-0680-F9A7-27B1-3971EC9347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 descr="Digital graphs and numbers in 3D">
            <a:extLst>
              <a:ext uri="{FF2B5EF4-FFF2-40B4-BE49-F238E27FC236}">
                <a16:creationId xmlns:a16="http://schemas.microsoft.com/office/drawing/2014/main" id="{E033201B-4A48-EC3C-07D6-2B3AFA63695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5730"/>
          <a:stretch>
            <a:fillRect/>
          </a:stretch>
        </p:blipFill>
        <p:spPr>
          <a:xfrm>
            <a:off x="3869580" y="965741"/>
            <a:ext cx="7801505" cy="50130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8A34ADF-9CBF-2D7B-D2BF-19927585E028}"/>
              </a:ext>
            </a:extLst>
          </p:cNvPr>
          <p:cNvSpPr txBox="1"/>
          <p:nvPr/>
        </p:nvSpPr>
        <p:spPr>
          <a:xfrm>
            <a:off x="6169688" y="6287141"/>
            <a:ext cx="55013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Created by: Paul Fralix, CSD380, 01/18/2026</a:t>
            </a:r>
          </a:p>
        </p:txBody>
      </p:sp>
    </p:spTree>
    <p:extLst>
      <p:ext uri="{BB962C8B-B14F-4D97-AF65-F5344CB8AC3E}">
        <p14:creationId xmlns:p14="http://schemas.microsoft.com/office/powerpoint/2010/main" val="2151144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653AE3C-AC4F-907C-B473-B9A30D2150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C81933E-93BD-38CE-3C98-D10B2844C5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1" y="508090"/>
            <a:ext cx="341299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B3B7A5C-39EE-77A0-28F9-DF51372312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6008" y="611650"/>
            <a:ext cx="7031736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2C5422-988B-4DBD-919D-5DF8331B28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410712" cy="5376672"/>
          </a:xfrm>
        </p:spPr>
        <p:txBody>
          <a:bodyPr>
            <a:normAutofit/>
          </a:bodyPr>
          <a:lstStyle/>
          <a:p>
            <a:r>
              <a:rPr lang="en-US" sz="4000"/>
              <a:t>What is the Technology Value Stream?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3227B5-6FA1-897E-E142-0EC8EB6D7C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6008" y="1042416"/>
            <a:ext cx="7031736" cy="2295146"/>
          </a:xfrm>
        </p:spPr>
        <p:txBody>
          <a:bodyPr>
            <a:normAutofit/>
          </a:bodyPr>
          <a:lstStyle/>
          <a:p>
            <a:r>
              <a:rPr lang="en-US" sz="2000" dirty="0"/>
              <a:t>The Technology Value Stream represents all steps required to transform a business request into a running service.</a:t>
            </a:r>
          </a:p>
          <a:p>
            <a:r>
              <a:rPr lang="en-US" sz="2000" dirty="0"/>
              <a:t>Value is only realized when the service is deployed and available to customers.</a:t>
            </a:r>
          </a:p>
          <a:p>
            <a:r>
              <a:rPr lang="en-US" sz="2000" dirty="0"/>
              <a:t>Focuses on flow, speed, and reliability.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1E969B7B-B481-7FD3-0100-1156207FC834}"/>
              </a:ext>
            </a:extLst>
          </p:cNvPr>
          <p:cNvSpPr/>
          <p:nvPr/>
        </p:nvSpPr>
        <p:spPr>
          <a:xfrm>
            <a:off x="6063431" y="4583057"/>
            <a:ext cx="1462843" cy="89743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Testing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27D43AB4-25A3-4F2A-D51C-DEE798373A38}"/>
              </a:ext>
            </a:extLst>
          </p:cNvPr>
          <p:cNvSpPr/>
          <p:nvPr/>
        </p:nvSpPr>
        <p:spPr>
          <a:xfrm>
            <a:off x="4131127" y="4583057"/>
            <a:ext cx="1462843" cy="90751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Development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0CD224B5-7A83-056D-2C13-6A3520F1CAC7}"/>
              </a:ext>
            </a:extLst>
          </p:cNvPr>
          <p:cNvSpPr/>
          <p:nvPr/>
        </p:nvSpPr>
        <p:spPr>
          <a:xfrm>
            <a:off x="2409226" y="4603219"/>
            <a:ext cx="1371575" cy="89743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Business Request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1502019F-7FE1-609B-A25C-6285EC27FD85}"/>
              </a:ext>
            </a:extLst>
          </p:cNvPr>
          <p:cNvSpPr/>
          <p:nvPr/>
        </p:nvSpPr>
        <p:spPr>
          <a:xfrm>
            <a:off x="7995735" y="4603216"/>
            <a:ext cx="1462843" cy="89743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Deployment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0665EF2E-11DA-6D99-A3EC-0C0BC756656F}"/>
              </a:ext>
            </a:extLst>
          </p:cNvPr>
          <p:cNvSpPr/>
          <p:nvPr/>
        </p:nvSpPr>
        <p:spPr>
          <a:xfrm>
            <a:off x="9928039" y="4583057"/>
            <a:ext cx="1462843" cy="89743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Production</a:t>
            </a:r>
          </a:p>
        </p:txBody>
      </p:sp>
    </p:spTree>
    <p:extLst>
      <p:ext uri="{BB962C8B-B14F-4D97-AF65-F5344CB8AC3E}">
        <p14:creationId xmlns:p14="http://schemas.microsoft.com/office/powerpoint/2010/main" val="427531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213918-F1EB-4BCE-BE23-F5E9851EE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3573AB-7402-C0C9-A3CD-999FBB522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</p:spPr>
        <p:txBody>
          <a:bodyPr>
            <a:normAutofit/>
          </a:bodyPr>
          <a:lstStyle/>
          <a:p>
            <a:r>
              <a:rPr lang="en-US" dirty="0"/>
              <a:t>Defining Lead Time vs. Processing Time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62E862-C7F7-4CA1-B929-D0B75F5E9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50C83FC-D677-FD6F-FD87-F7B5959CB6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07330978"/>
              </p:ext>
            </p:extLst>
          </p:nvPr>
        </p:nvGraphicFramePr>
        <p:xfrm>
          <a:off x="520700" y="2578100"/>
          <a:ext cx="11156950" cy="37671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010900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4E17AA97-89A7-45C1-B813-BFF6C23D7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3AC4FE1-D370-43A6-96C5-076716BB1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A3D569D-D3A6-49CA-A483-291E95DAC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12648"/>
            <a:ext cx="5021183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E462C7-538D-2178-974F-BEA8B54ED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5376672"/>
          </a:xfrm>
        </p:spPr>
        <p:txBody>
          <a:bodyPr>
            <a:normAutofit/>
          </a:bodyPr>
          <a:lstStyle/>
          <a:p>
            <a:r>
              <a:rPr lang="en-US" b="0" dirty="0"/>
              <a:t>Lead Time vs. Processing Time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894BC0F5-A613-8276-82ED-AEAF60028FC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41049664"/>
              </p:ext>
            </p:extLst>
          </p:nvPr>
        </p:nvGraphicFramePr>
        <p:xfrm>
          <a:off x="6310365" y="978092"/>
          <a:ext cx="5367285" cy="53766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C68BD65-31A7-F9DE-CAAC-1B5013F4364E}"/>
              </a:ext>
            </a:extLst>
          </p:cNvPr>
          <p:cNvSpPr txBox="1"/>
          <p:nvPr/>
        </p:nvSpPr>
        <p:spPr>
          <a:xfrm>
            <a:off x="688258" y="3824749"/>
            <a:ext cx="41048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“Processing time is often only a small fraction of total lead time.”</a:t>
            </a:r>
          </a:p>
        </p:txBody>
      </p:sp>
    </p:spTree>
    <p:extLst>
      <p:ext uri="{BB962C8B-B14F-4D97-AF65-F5344CB8AC3E}">
        <p14:creationId xmlns:p14="http://schemas.microsoft.com/office/powerpoint/2010/main" val="28977573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AD1BDCCC-E676-2A7E-BE11-2B8C23DB2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F50A56-7A51-0E73-C6B7-E562B90B0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11556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700" b="0"/>
              <a:t>The Common Scenario: Deployment Lead Times of Months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81C97B1-8A09-6383-8C65-A3B7357781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CB2E01-5809-B25A-F516-723AA739A3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17868" y="3637974"/>
            <a:ext cx="5639091" cy="139567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F9A20-BD1A-D9B9-2F66-5807C14A3A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47104" y="2304288"/>
            <a:ext cx="5129784" cy="4050792"/>
          </a:xfrm>
        </p:spPr>
        <p:txBody>
          <a:bodyPr>
            <a:normAutofit/>
          </a:bodyPr>
          <a:lstStyle/>
          <a:p>
            <a:r>
              <a:rPr lang="en-US"/>
              <a:t>Many organizations experience deployment lead times measured in months.</a:t>
            </a:r>
          </a:p>
          <a:p>
            <a:r>
              <a:rPr lang="en-US"/>
              <a:t>Causes include:</a:t>
            </a:r>
          </a:p>
          <a:p>
            <a:pPr lvl="1"/>
            <a:r>
              <a:rPr lang="en-US"/>
              <a:t>Manual testing and approvals</a:t>
            </a:r>
          </a:p>
          <a:p>
            <a:pPr lvl="1"/>
            <a:r>
              <a:rPr lang="en-US"/>
              <a:t>Limited environments</a:t>
            </a:r>
          </a:p>
          <a:p>
            <a:pPr lvl="1"/>
            <a:r>
              <a:rPr lang="en-US"/>
              <a:t>Large batch releases</a:t>
            </a:r>
          </a:p>
          <a:p>
            <a:pPr lvl="1"/>
            <a:r>
              <a:rPr lang="en-US"/>
              <a:t>Complex handoffs between teams</a:t>
            </a:r>
          </a:p>
          <a:p>
            <a:r>
              <a:rPr lang="en-US"/>
              <a:t>Results in delayed customer value and higher risk.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61C42C-0F77-8B61-FF24-5FFF18E8926D}"/>
              </a:ext>
            </a:extLst>
          </p:cNvPr>
          <p:cNvSpPr txBox="1"/>
          <p:nvPr/>
        </p:nvSpPr>
        <p:spPr>
          <a:xfrm>
            <a:off x="4351658" y="4833594"/>
            <a:ext cx="1805301" cy="169277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500" dirty="0">
                <a:solidFill>
                  <a:srgbClr val="FFFFFF"/>
                </a:solidFill>
                <a:hlinkClick r:id="rId3" tooltip="https://www.allaboutlean.com/bottleneck-walk1/processbndirection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US" sz="500" dirty="0">
                <a:solidFill>
                  <a:srgbClr val="FFFFFF"/>
                </a:solidFill>
              </a:rPr>
              <a:t> by Unknown Author is licensed under </a:t>
            </a:r>
            <a:r>
              <a:rPr lang="en-US" sz="500" dirty="0">
                <a:solidFill>
                  <a:srgbClr val="FFFFFF"/>
                </a:solidFill>
                <a:hlinkClick r:id="rId4" tooltip="https://creativecommons.org/licenses/by-sa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</a:t>
            </a:r>
            <a:endParaRPr lang="en-US" sz="5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0741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17D949E-564D-4503-A64E-D22FA3232C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5BD7CE-8616-39D1-4F9D-D3C7E726E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032504" cy="3364992"/>
          </a:xfrm>
        </p:spPr>
        <p:txBody>
          <a:bodyPr>
            <a:normAutofit/>
          </a:bodyPr>
          <a:lstStyle/>
          <a:p>
            <a:r>
              <a:rPr lang="en-US" b="0" dirty="0"/>
              <a:t>Why Lead Times Become So Long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2BE0106-0C20-465B-A1BE-0BAC2737B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403250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51808AB-2943-464C-A710-F2A18D8693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65776" y="6300216"/>
            <a:ext cx="6620256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6B0CE0B-CA10-5604-A390-5C6E4D2E73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51199740"/>
              </p:ext>
            </p:extLst>
          </p:nvPr>
        </p:nvGraphicFramePr>
        <p:xfrm>
          <a:off x="5065776" y="978408"/>
          <a:ext cx="6620256" cy="49651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351582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E17AA97-89A7-45C1-B813-BFF6C23D7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7441F9-1F0A-BDE0-71B9-B33CDFD91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032504" cy="336499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b="0"/>
              <a:t>Our DevOps Ideal: Deployment Lead Times of Minutes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3AC4FE1-D370-43A6-96C5-076716BB1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403250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A3D569D-D3A6-49CA-A483-291E95DAC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65776" y="611650"/>
            <a:ext cx="6620256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0E52C03-06DC-28E0-71D7-74C2488037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97861120"/>
              </p:ext>
            </p:extLst>
          </p:nvPr>
        </p:nvGraphicFramePr>
        <p:xfrm>
          <a:off x="5065776" y="978408"/>
          <a:ext cx="6620256" cy="53766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831553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B6CC7-90BF-5CA2-5857-D2811A51D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0" dirty="0"/>
              <a:t>Graphic Comparison: Months vs. Minutes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EB2F58AB-8650-674F-82BF-5451C9957A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69181943"/>
              </p:ext>
            </p:extLst>
          </p:nvPr>
        </p:nvGraphicFramePr>
        <p:xfrm>
          <a:off x="521208" y="2271251"/>
          <a:ext cx="10254947" cy="35332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7A28C7F7-F19B-6AF3-6CA7-F51CEF7012E1}"/>
              </a:ext>
            </a:extLst>
          </p:cNvPr>
          <p:cNvSpPr txBox="1"/>
          <p:nvPr/>
        </p:nvSpPr>
        <p:spPr>
          <a:xfrm>
            <a:off x="2787445" y="6194323"/>
            <a:ext cx="6617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“Reducing waiting time unlocks faster customer value.”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39927B-3866-38C1-C5A5-9A0CBC05B1EA}"/>
              </a:ext>
            </a:extLst>
          </p:cNvPr>
          <p:cNvSpPr txBox="1"/>
          <p:nvPr/>
        </p:nvSpPr>
        <p:spPr>
          <a:xfrm rot="16200000">
            <a:off x="-215784" y="3969065"/>
            <a:ext cx="11662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Approach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A57B74D-C5FF-A9EE-E526-F66043CE86CF}"/>
              </a:ext>
            </a:extLst>
          </p:cNvPr>
          <p:cNvSpPr txBox="1"/>
          <p:nvPr/>
        </p:nvSpPr>
        <p:spPr>
          <a:xfrm>
            <a:off x="4999752" y="5804462"/>
            <a:ext cx="12978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Lead Time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949A67E-ADA5-4740-BEF4-095777080027}"/>
              </a:ext>
            </a:extLst>
          </p:cNvPr>
          <p:cNvSpPr txBox="1"/>
          <p:nvPr/>
        </p:nvSpPr>
        <p:spPr>
          <a:xfrm>
            <a:off x="9404555" y="4994787"/>
            <a:ext cx="10520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90 days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4CC32E7-F9E0-FBFB-D33A-85B723380603}"/>
              </a:ext>
            </a:extLst>
          </p:cNvPr>
          <p:cNvSpPr txBox="1"/>
          <p:nvPr/>
        </p:nvSpPr>
        <p:spPr>
          <a:xfrm>
            <a:off x="1415845" y="3734291"/>
            <a:ext cx="14503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10 Minutes</a:t>
            </a:r>
          </a:p>
        </p:txBody>
      </p:sp>
    </p:spTree>
    <p:extLst>
      <p:ext uri="{BB962C8B-B14F-4D97-AF65-F5344CB8AC3E}">
        <p14:creationId xmlns:p14="http://schemas.microsoft.com/office/powerpoint/2010/main" val="825568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213918-F1EB-4BCE-BE23-F5E9851EE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AD1014-9D3C-79E1-51A4-6CCEA0D63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</p:spPr>
        <p:txBody>
          <a:bodyPr>
            <a:normAutofit/>
          </a:bodyPr>
          <a:lstStyle/>
          <a:p>
            <a:r>
              <a:rPr lang="en-US" b="0"/>
              <a:t>Benefits of Short Deployment Lead Times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62E862-C7F7-4CA1-B929-D0B75F5E9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BB8D43E-51ED-2797-50B2-C7D63ED02CF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40846556"/>
              </p:ext>
            </p:extLst>
          </p:nvPr>
        </p:nvGraphicFramePr>
        <p:xfrm>
          <a:off x="520700" y="2578100"/>
          <a:ext cx="11156950" cy="37671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275233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213918-F1EB-4BCE-BE23-F5E9851EE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ADEFE1-A1B1-49C9-FC34-59D6CFC37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</p:spPr>
        <p:txBody>
          <a:bodyPr>
            <a:normAutofit/>
          </a:bodyPr>
          <a:lstStyle/>
          <a:p>
            <a:r>
              <a:rPr lang="en-US" b="0"/>
              <a:t>Conclusion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62E862-C7F7-4CA1-B929-D0B75F5E9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AA9F024-DC17-905A-B4DD-C44FC23E2F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98034471"/>
              </p:ext>
            </p:extLst>
          </p:nvPr>
        </p:nvGraphicFramePr>
        <p:xfrm>
          <a:off x="520700" y="2578100"/>
          <a:ext cx="11156950" cy="37671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954953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966E1F2F-B773-5B88-E6DD-7B569E74D2DB}"/>
              </a:ext>
            </a:extLst>
          </p:cNvPr>
          <p:cNvSpPr txBox="1"/>
          <p:nvPr/>
        </p:nvSpPr>
        <p:spPr>
          <a:xfrm>
            <a:off x="609600" y="1632155"/>
            <a:ext cx="1115568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References:</a:t>
            </a:r>
          </a:p>
          <a:p>
            <a:endParaRPr lang="en-US" b="1" dirty="0"/>
          </a:p>
          <a:p>
            <a:r>
              <a:rPr lang="en-US" dirty="0" err="1"/>
              <a:t>DZone</a:t>
            </a:r>
            <a:r>
              <a:rPr lang="en-US" dirty="0"/>
              <a:t>. (n.d.). </a:t>
            </a:r>
            <a:r>
              <a:rPr lang="en-US" i="1" dirty="0"/>
              <a:t>An introduction to DevOps principles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>
                <a:hlinkClick r:id="rId2"/>
              </a:rPr>
              <a:t>https://dzone.com/articles/an-introduction-to-devops-principles</a:t>
            </a:r>
            <a:endParaRPr lang="en-US" dirty="0"/>
          </a:p>
          <a:p>
            <a:r>
              <a:rPr lang="en-US" dirty="0"/>
              <a:t>Linux.com. (n.d.). </a:t>
            </a:r>
            <a:r>
              <a:rPr lang="en-US" i="1" dirty="0"/>
              <a:t>DevOps fundamentals, part 2: The value stream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>
                <a:hlinkClick r:id="rId3"/>
              </a:rPr>
              <a:t>https://www.linux.com/audience/devops/devops-fundamentals-part-2-value-stream/</a:t>
            </a:r>
            <a:endParaRPr lang="en-US" dirty="0"/>
          </a:p>
          <a:p>
            <a:r>
              <a:rPr lang="en-US" dirty="0"/>
              <a:t>Red-Green-Refactor. (2020, November 4). </a:t>
            </a:r>
            <a:r>
              <a:rPr lang="en-US" i="1" dirty="0"/>
              <a:t>Book club: The DevOps handbook (Chapter 1): Agile, continuous delivery, and the three ways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>
                <a:hlinkClick r:id="rId4"/>
              </a:rPr>
              <a:t>https://red-green-refactor.com/2020/11/04/book-club-the-devops-handbook-chapter-1-agile-continuous-delivery-and-the-three-ways/</a:t>
            </a:r>
            <a:endParaRPr lang="en-US" dirty="0"/>
          </a:p>
          <a:p>
            <a:r>
              <a:rPr lang="en-US" dirty="0"/>
              <a:t>Rivera, R. (n.d.). </a:t>
            </a:r>
            <a:r>
              <a:rPr lang="en-US" i="1" dirty="0"/>
              <a:t>DevOps principles including lead time and processing time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>
                <a:hlinkClick r:id="rId5"/>
              </a:rPr>
              <a:t>https://www.roncrivera.io/post/devops</a:t>
            </a:r>
            <a:endParaRPr lang="en-US" dirty="0"/>
          </a:p>
          <a:p>
            <a:r>
              <a:rPr lang="en-US" dirty="0"/>
              <a:t>Software.com. (n.d.). </a:t>
            </a:r>
            <a:r>
              <a:rPr lang="en-US" i="1" dirty="0"/>
              <a:t>Lead time and how to measure it in DevOps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>
                <a:hlinkClick r:id="rId6"/>
              </a:rPr>
              <a:t>https://www.software.com/devops-guides/lead-time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4097090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515</Words>
  <Application>Microsoft Office PowerPoint</Application>
  <PresentationFormat>Widescreen</PresentationFormat>
  <Paragraphs>67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Bierstadt</vt:lpstr>
      <vt:lpstr>GestaltVTI</vt:lpstr>
      <vt:lpstr>The Technology Value Stream</vt:lpstr>
      <vt:lpstr>What is the Technology Value Stream?</vt:lpstr>
      <vt:lpstr>Defining Lead Time vs. Processing Time</vt:lpstr>
      <vt:lpstr>Lead Time vs. Processing Time</vt:lpstr>
      <vt:lpstr>The Common Scenario: Deployment Lead Times of Months</vt:lpstr>
      <vt:lpstr>Why Lead Times Become So Long</vt:lpstr>
      <vt:lpstr>Our DevOps Ideal: Deployment Lead Times of Minutes</vt:lpstr>
      <vt:lpstr>Graphic Comparison: Months vs. Minutes</vt:lpstr>
      <vt:lpstr>Benefits of Short Deployment Lead Times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 Fralix</dc:creator>
  <cp:lastModifiedBy>Paul Fralix</cp:lastModifiedBy>
  <cp:revision>1</cp:revision>
  <dcterms:created xsi:type="dcterms:W3CDTF">2026-01-19T01:32:49Z</dcterms:created>
  <dcterms:modified xsi:type="dcterms:W3CDTF">2026-01-19T03:27:07Z</dcterms:modified>
</cp:coreProperties>
</file>