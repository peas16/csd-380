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889BD3-AEDA-4A2B-8E24-B026C62068B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26B199-9795-40E1-9800-A01276CED256}">
      <dgm:prSet/>
      <dgm:spPr/>
      <dgm:t>
        <a:bodyPr/>
        <a:lstStyle/>
        <a:p>
          <a:r>
            <a:rPr lang="en-US" b="1"/>
            <a:t>Least privilege: </a:t>
          </a:r>
          <a:r>
            <a:rPr lang="en-US"/>
            <a:t>Grant only necessary repo permissions.</a:t>
          </a:r>
        </a:p>
      </dgm:t>
    </dgm:pt>
    <dgm:pt modelId="{60FCFBC5-36A7-4E02-8574-492B76D364EE}" type="parTrans" cxnId="{448AAFBA-EF07-4B0D-AA91-293C1025A027}">
      <dgm:prSet/>
      <dgm:spPr/>
      <dgm:t>
        <a:bodyPr/>
        <a:lstStyle/>
        <a:p>
          <a:endParaRPr lang="en-US"/>
        </a:p>
      </dgm:t>
    </dgm:pt>
    <dgm:pt modelId="{B3A081E1-FA97-4EDB-9703-5EAF2831437C}" type="sibTrans" cxnId="{448AAFBA-EF07-4B0D-AA91-293C1025A027}">
      <dgm:prSet/>
      <dgm:spPr/>
      <dgm:t>
        <a:bodyPr/>
        <a:lstStyle/>
        <a:p>
          <a:endParaRPr lang="en-US"/>
        </a:p>
      </dgm:t>
    </dgm:pt>
    <dgm:pt modelId="{BD20FC33-F2CD-46D9-8612-C548ADA75A62}">
      <dgm:prSet/>
      <dgm:spPr/>
      <dgm:t>
        <a:bodyPr/>
        <a:lstStyle/>
        <a:p>
          <a:r>
            <a:rPr lang="en-US" b="1"/>
            <a:t>Role‑based access: </a:t>
          </a:r>
          <a:r>
            <a:rPr lang="en-US"/>
            <a:t>Use groups/roles instead of ad‑hoc user rights.</a:t>
          </a:r>
        </a:p>
      </dgm:t>
    </dgm:pt>
    <dgm:pt modelId="{63846319-BD10-4474-B039-623C51FCF5AD}" type="parTrans" cxnId="{2BA2B499-74C6-4E7A-BC93-3AE4531EE93F}">
      <dgm:prSet/>
      <dgm:spPr/>
      <dgm:t>
        <a:bodyPr/>
        <a:lstStyle/>
        <a:p>
          <a:endParaRPr lang="en-US"/>
        </a:p>
      </dgm:t>
    </dgm:pt>
    <dgm:pt modelId="{37526720-0DDD-4A91-9B58-55030328331D}" type="sibTrans" cxnId="{2BA2B499-74C6-4E7A-BC93-3AE4531EE93F}">
      <dgm:prSet/>
      <dgm:spPr/>
      <dgm:t>
        <a:bodyPr/>
        <a:lstStyle/>
        <a:p>
          <a:endParaRPr lang="en-US"/>
        </a:p>
      </dgm:t>
    </dgm:pt>
    <dgm:pt modelId="{9C02C238-267F-44B5-8671-E695CCC4B5FA}">
      <dgm:prSet/>
      <dgm:spPr/>
      <dgm:t>
        <a:bodyPr/>
        <a:lstStyle/>
        <a:p>
          <a:r>
            <a:rPr lang="en-US" b="1"/>
            <a:t>MFA required: </a:t>
          </a:r>
          <a:r>
            <a:rPr lang="en-US"/>
            <a:t>Enforce multi‑factor authentication for all contributors.</a:t>
          </a:r>
        </a:p>
      </dgm:t>
    </dgm:pt>
    <dgm:pt modelId="{FFDD9C51-03AC-410F-AD1F-D0955951C27B}" type="parTrans" cxnId="{FDD778B2-2E40-4B1A-97FF-38EEE15441A8}">
      <dgm:prSet/>
      <dgm:spPr/>
      <dgm:t>
        <a:bodyPr/>
        <a:lstStyle/>
        <a:p>
          <a:endParaRPr lang="en-US"/>
        </a:p>
      </dgm:t>
    </dgm:pt>
    <dgm:pt modelId="{F7F24D34-5909-4FE0-A062-385C922061F8}" type="sibTrans" cxnId="{FDD778B2-2E40-4B1A-97FF-38EEE15441A8}">
      <dgm:prSet/>
      <dgm:spPr/>
      <dgm:t>
        <a:bodyPr/>
        <a:lstStyle/>
        <a:p>
          <a:endParaRPr lang="en-US"/>
        </a:p>
      </dgm:t>
    </dgm:pt>
    <dgm:pt modelId="{FB04F024-FAFA-4357-B112-AC78F0413CA8}">
      <dgm:prSet/>
      <dgm:spPr/>
      <dgm:t>
        <a:bodyPr/>
        <a:lstStyle/>
        <a:p>
          <a:r>
            <a:rPr lang="en-US" b="1"/>
            <a:t>Branch protection: </a:t>
          </a:r>
          <a:r>
            <a:rPr lang="en-US"/>
            <a:t>Require reviews and status checks before merging.</a:t>
          </a:r>
        </a:p>
      </dgm:t>
    </dgm:pt>
    <dgm:pt modelId="{567BCC1D-0B38-4ED9-8B33-9A1EA3563D3E}" type="parTrans" cxnId="{55159EDE-41CD-4589-B170-36E64CD06ECC}">
      <dgm:prSet/>
      <dgm:spPr/>
      <dgm:t>
        <a:bodyPr/>
        <a:lstStyle/>
        <a:p>
          <a:endParaRPr lang="en-US"/>
        </a:p>
      </dgm:t>
    </dgm:pt>
    <dgm:pt modelId="{480171AC-BD9F-42F0-A85B-08A0D0C06898}" type="sibTrans" cxnId="{55159EDE-41CD-4589-B170-36E64CD06ECC}">
      <dgm:prSet/>
      <dgm:spPr/>
      <dgm:t>
        <a:bodyPr/>
        <a:lstStyle/>
        <a:p>
          <a:endParaRPr lang="en-US"/>
        </a:p>
      </dgm:t>
    </dgm:pt>
    <dgm:pt modelId="{6B280696-AE7B-4096-83A4-E8AEC44D15E0}">
      <dgm:prSet/>
      <dgm:spPr/>
      <dgm:t>
        <a:bodyPr/>
        <a:lstStyle/>
        <a:p>
          <a:r>
            <a:rPr lang="en-US" b="1"/>
            <a:t>SSO integration: </a:t>
          </a:r>
          <a:r>
            <a:rPr lang="en-US"/>
            <a:t>Centralize identity and access management.</a:t>
          </a:r>
        </a:p>
      </dgm:t>
    </dgm:pt>
    <dgm:pt modelId="{47547EED-6BCB-49F4-8FFD-E2D1EC87F5A3}" type="parTrans" cxnId="{DD80B0D9-9596-4F37-B9AD-8844C5CFD8B1}">
      <dgm:prSet/>
      <dgm:spPr/>
      <dgm:t>
        <a:bodyPr/>
        <a:lstStyle/>
        <a:p>
          <a:endParaRPr lang="en-US"/>
        </a:p>
      </dgm:t>
    </dgm:pt>
    <dgm:pt modelId="{DF390ADD-277F-4177-8963-C4479E0F6F85}" type="sibTrans" cxnId="{DD80B0D9-9596-4F37-B9AD-8844C5CFD8B1}">
      <dgm:prSet/>
      <dgm:spPr/>
      <dgm:t>
        <a:bodyPr/>
        <a:lstStyle/>
        <a:p>
          <a:endParaRPr lang="en-US"/>
        </a:p>
      </dgm:t>
    </dgm:pt>
    <dgm:pt modelId="{66FDDBBE-4A69-4375-8D7C-B424DA9651A4}" type="pres">
      <dgm:prSet presAssocID="{5D889BD3-AEDA-4A2B-8E24-B026C62068B9}" presName="root" presStyleCnt="0">
        <dgm:presLayoutVars>
          <dgm:dir/>
          <dgm:resizeHandles val="exact"/>
        </dgm:presLayoutVars>
      </dgm:prSet>
      <dgm:spPr/>
    </dgm:pt>
    <dgm:pt modelId="{D84293B3-2C7A-4F7B-A478-D1CFF3AACB92}" type="pres">
      <dgm:prSet presAssocID="{3726B199-9795-40E1-9800-A01276CED256}" presName="compNode" presStyleCnt="0"/>
      <dgm:spPr/>
    </dgm:pt>
    <dgm:pt modelId="{2B80520E-01AC-40E1-A899-7E441077363D}" type="pres">
      <dgm:prSet presAssocID="{3726B199-9795-40E1-9800-A01276CED256}" presName="bgRect" presStyleLbl="bgShp" presStyleIdx="0" presStyleCnt="5"/>
      <dgm:spPr/>
    </dgm:pt>
    <dgm:pt modelId="{35A395CC-1EF8-4953-9108-8AA846D26843}" type="pres">
      <dgm:prSet presAssocID="{3726B199-9795-40E1-9800-A01276CED25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FFE86C17-005D-4229-8E63-2E7FC4521ECF}" type="pres">
      <dgm:prSet presAssocID="{3726B199-9795-40E1-9800-A01276CED256}" presName="spaceRect" presStyleCnt="0"/>
      <dgm:spPr/>
    </dgm:pt>
    <dgm:pt modelId="{D671D3A7-AFFF-4A1D-A4E2-C6E2EF621913}" type="pres">
      <dgm:prSet presAssocID="{3726B199-9795-40E1-9800-A01276CED256}" presName="parTx" presStyleLbl="revTx" presStyleIdx="0" presStyleCnt="5">
        <dgm:presLayoutVars>
          <dgm:chMax val="0"/>
          <dgm:chPref val="0"/>
        </dgm:presLayoutVars>
      </dgm:prSet>
      <dgm:spPr/>
    </dgm:pt>
    <dgm:pt modelId="{5BF1489C-BDB0-4894-9FCE-FC51D0245B42}" type="pres">
      <dgm:prSet presAssocID="{B3A081E1-FA97-4EDB-9703-5EAF2831437C}" presName="sibTrans" presStyleCnt="0"/>
      <dgm:spPr/>
    </dgm:pt>
    <dgm:pt modelId="{08EA3863-D762-4533-ABDB-28D96DE5457D}" type="pres">
      <dgm:prSet presAssocID="{BD20FC33-F2CD-46D9-8612-C548ADA75A62}" presName="compNode" presStyleCnt="0"/>
      <dgm:spPr/>
    </dgm:pt>
    <dgm:pt modelId="{4B08DE3B-1B8E-4BFD-9B29-C4E9A1402FC7}" type="pres">
      <dgm:prSet presAssocID="{BD20FC33-F2CD-46D9-8612-C548ADA75A62}" presName="bgRect" presStyleLbl="bgShp" presStyleIdx="1" presStyleCnt="5"/>
      <dgm:spPr/>
    </dgm:pt>
    <dgm:pt modelId="{D0E365EE-DFBB-405C-A226-91B355130CCC}" type="pres">
      <dgm:prSet presAssocID="{BD20FC33-F2CD-46D9-8612-C548ADA75A6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FF349145-D87A-4713-88CC-3D56ED2F04D9}" type="pres">
      <dgm:prSet presAssocID="{BD20FC33-F2CD-46D9-8612-C548ADA75A62}" presName="spaceRect" presStyleCnt="0"/>
      <dgm:spPr/>
    </dgm:pt>
    <dgm:pt modelId="{968CE0AA-BF2E-49C4-9237-20C81949D85A}" type="pres">
      <dgm:prSet presAssocID="{BD20FC33-F2CD-46D9-8612-C548ADA75A62}" presName="parTx" presStyleLbl="revTx" presStyleIdx="1" presStyleCnt="5">
        <dgm:presLayoutVars>
          <dgm:chMax val="0"/>
          <dgm:chPref val="0"/>
        </dgm:presLayoutVars>
      </dgm:prSet>
      <dgm:spPr/>
    </dgm:pt>
    <dgm:pt modelId="{700AF4E4-C1B1-45BB-9066-6F7DB6D84987}" type="pres">
      <dgm:prSet presAssocID="{37526720-0DDD-4A91-9B58-55030328331D}" presName="sibTrans" presStyleCnt="0"/>
      <dgm:spPr/>
    </dgm:pt>
    <dgm:pt modelId="{5418B83E-19BC-4DAE-B8BA-F820EDC3C270}" type="pres">
      <dgm:prSet presAssocID="{9C02C238-267F-44B5-8671-E695CCC4B5FA}" presName="compNode" presStyleCnt="0"/>
      <dgm:spPr/>
    </dgm:pt>
    <dgm:pt modelId="{EB50DC12-0230-4A81-9E69-EFA6A47901CE}" type="pres">
      <dgm:prSet presAssocID="{9C02C238-267F-44B5-8671-E695CCC4B5FA}" presName="bgRect" presStyleLbl="bgShp" presStyleIdx="2" presStyleCnt="5"/>
      <dgm:spPr/>
    </dgm:pt>
    <dgm:pt modelId="{9DA31BB8-242B-4B21-BD1B-D4D678366B6F}" type="pres">
      <dgm:prSet presAssocID="{9C02C238-267F-44B5-8671-E695CCC4B5F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582A648E-75D5-4D0B-9401-EDE19AEC27EA}" type="pres">
      <dgm:prSet presAssocID="{9C02C238-267F-44B5-8671-E695CCC4B5FA}" presName="spaceRect" presStyleCnt="0"/>
      <dgm:spPr/>
    </dgm:pt>
    <dgm:pt modelId="{FDD946E0-A974-4138-B2D8-D2E35FDF65E2}" type="pres">
      <dgm:prSet presAssocID="{9C02C238-267F-44B5-8671-E695CCC4B5FA}" presName="parTx" presStyleLbl="revTx" presStyleIdx="2" presStyleCnt="5">
        <dgm:presLayoutVars>
          <dgm:chMax val="0"/>
          <dgm:chPref val="0"/>
        </dgm:presLayoutVars>
      </dgm:prSet>
      <dgm:spPr/>
    </dgm:pt>
    <dgm:pt modelId="{407E9CC7-9CA5-49A4-9C8E-4CEE86BB2EC7}" type="pres">
      <dgm:prSet presAssocID="{F7F24D34-5909-4FE0-A062-385C922061F8}" presName="sibTrans" presStyleCnt="0"/>
      <dgm:spPr/>
    </dgm:pt>
    <dgm:pt modelId="{82EB0215-AD95-4903-9245-89B210041591}" type="pres">
      <dgm:prSet presAssocID="{FB04F024-FAFA-4357-B112-AC78F0413CA8}" presName="compNode" presStyleCnt="0"/>
      <dgm:spPr/>
    </dgm:pt>
    <dgm:pt modelId="{99B5B4D3-50B6-4262-9AA3-AA4023CF6AF5}" type="pres">
      <dgm:prSet presAssocID="{FB04F024-FAFA-4357-B112-AC78F0413CA8}" presName="bgRect" presStyleLbl="bgShp" presStyleIdx="3" presStyleCnt="5"/>
      <dgm:spPr/>
    </dgm:pt>
    <dgm:pt modelId="{8AC91E15-CE70-4CB4-8045-CF98ED581CB3}" type="pres">
      <dgm:prSet presAssocID="{FB04F024-FAFA-4357-B112-AC78F0413CA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C6D6089E-9ADE-4D21-A697-E0DA0F632885}" type="pres">
      <dgm:prSet presAssocID="{FB04F024-FAFA-4357-B112-AC78F0413CA8}" presName="spaceRect" presStyleCnt="0"/>
      <dgm:spPr/>
    </dgm:pt>
    <dgm:pt modelId="{BE1195B0-791C-43BC-96B3-3918C2841260}" type="pres">
      <dgm:prSet presAssocID="{FB04F024-FAFA-4357-B112-AC78F0413CA8}" presName="parTx" presStyleLbl="revTx" presStyleIdx="3" presStyleCnt="5">
        <dgm:presLayoutVars>
          <dgm:chMax val="0"/>
          <dgm:chPref val="0"/>
        </dgm:presLayoutVars>
      </dgm:prSet>
      <dgm:spPr/>
    </dgm:pt>
    <dgm:pt modelId="{BB015E37-E3C6-4BB5-A375-AA355CA08F8C}" type="pres">
      <dgm:prSet presAssocID="{480171AC-BD9F-42F0-A85B-08A0D0C06898}" presName="sibTrans" presStyleCnt="0"/>
      <dgm:spPr/>
    </dgm:pt>
    <dgm:pt modelId="{EE27670E-DD58-4F2D-817B-39A75CD73AD5}" type="pres">
      <dgm:prSet presAssocID="{6B280696-AE7B-4096-83A4-E8AEC44D15E0}" presName="compNode" presStyleCnt="0"/>
      <dgm:spPr/>
    </dgm:pt>
    <dgm:pt modelId="{5B612712-1762-4889-9BFE-8B908B4BEDC3}" type="pres">
      <dgm:prSet presAssocID="{6B280696-AE7B-4096-83A4-E8AEC44D15E0}" presName="bgRect" presStyleLbl="bgShp" presStyleIdx="4" presStyleCnt="5"/>
      <dgm:spPr/>
    </dgm:pt>
    <dgm:pt modelId="{9057BBC0-CF35-4A94-AFDE-E24646E2E751}" type="pres">
      <dgm:prSet presAssocID="{6B280696-AE7B-4096-83A4-E8AEC44D15E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563C133-C4E1-46F9-B314-2065848F3C63}" type="pres">
      <dgm:prSet presAssocID="{6B280696-AE7B-4096-83A4-E8AEC44D15E0}" presName="spaceRect" presStyleCnt="0"/>
      <dgm:spPr/>
    </dgm:pt>
    <dgm:pt modelId="{8DA01C2B-554D-4369-9121-B20A97EA245E}" type="pres">
      <dgm:prSet presAssocID="{6B280696-AE7B-4096-83A4-E8AEC44D15E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9838008-EEB2-4C03-BB13-D597360976DA}" type="presOf" srcId="{6B280696-AE7B-4096-83A4-E8AEC44D15E0}" destId="{8DA01C2B-554D-4369-9121-B20A97EA245E}" srcOrd="0" destOrd="0" presId="urn:microsoft.com/office/officeart/2018/2/layout/IconVerticalSolidList"/>
    <dgm:cxn modelId="{D464242B-A314-443E-BCA5-B715066BB976}" type="presOf" srcId="{5D889BD3-AEDA-4A2B-8E24-B026C62068B9}" destId="{66FDDBBE-4A69-4375-8D7C-B424DA9651A4}" srcOrd="0" destOrd="0" presId="urn:microsoft.com/office/officeart/2018/2/layout/IconVerticalSolidList"/>
    <dgm:cxn modelId="{AF0DE862-C8EE-4089-A6C0-A3357838E3D1}" type="presOf" srcId="{3726B199-9795-40E1-9800-A01276CED256}" destId="{D671D3A7-AFFF-4A1D-A4E2-C6E2EF621913}" srcOrd="0" destOrd="0" presId="urn:microsoft.com/office/officeart/2018/2/layout/IconVerticalSolidList"/>
    <dgm:cxn modelId="{35438B4A-D4E9-48E6-AF2C-03CE98B7CF4F}" type="presOf" srcId="{BD20FC33-F2CD-46D9-8612-C548ADA75A62}" destId="{968CE0AA-BF2E-49C4-9237-20C81949D85A}" srcOrd="0" destOrd="0" presId="urn:microsoft.com/office/officeart/2018/2/layout/IconVerticalSolidList"/>
    <dgm:cxn modelId="{2BA2B499-74C6-4E7A-BC93-3AE4531EE93F}" srcId="{5D889BD3-AEDA-4A2B-8E24-B026C62068B9}" destId="{BD20FC33-F2CD-46D9-8612-C548ADA75A62}" srcOrd="1" destOrd="0" parTransId="{63846319-BD10-4474-B039-623C51FCF5AD}" sibTransId="{37526720-0DDD-4A91-9B58-55030328331D}"/>
    <dgm:cxn modelId="{FDD778B2-2E40-4B1A-97FF-38EEE15441A8}" srcId="{5D889BD3-AEDA-4A2B-8E24-B026C62068B9}" destId="{9C02C238-267F-44B5-8671-E695CCC4B5FA}" srcOrd="2" destOrd="0" parTransId="{FFDD9C51-03AC-410F-AD1F-D0955951C27B}" sibTransId="{F7F24D34-5909-4FE0-A062-385C922061F8}"/>
    <dgm:cxn modelId="{F10893BA-0D77-4B4D-A82A-4C34482434E0}" type="presOf" srcId="{FB04F024-FAFA-4357-B112-AC78F0413CA8}" destId="{BE1195B0-791C-43BC-96B3-3918C2841260}" srcOrd="0" destOrd="0" presId="urn:microsoft.com/office/officeart/2018/2/layout/IconVerticalSolidList"/>
    <dgm:cxn modelId="{448AAFBA-EF07-4B0D-AA91-293C1025A027}" srcId="{5D889BD3-AEDA-4A2B-8E24-B026C62068B9}" destId="{3726B199-9795-40E1-9800-A01276CED256}" srcOrd="0" destOrd="0" parTransId="{60FCFBC5-36A7-4E02-8574-492B76D364EE}" sibTransId="{B3A081E1-FA97-4EDB-9703-5EAF2831437C}"/>
    <dgm:cxn modelId="{33F96ACC-C6EC-45C9-A930-F48A53ECAF20}" type="presOf" srcId="{9C02C238-267F-44B5-8671-E695CCC4B5FA}" destId="{FDD946E0-A974-4138-B2D8-D2E35FDF65E2}" srcOrd="0" destOrd="0" presId="urn:microsoft.com/office/officeart/2018/2/layout/IconVerticalSolidList"/>
    <dgm:cxn modelId="{DD80B0D9-9596-4F37-B9AD-8844C5CFD8B1}" srcId="{5D889BD3-AEDA-4A2B-8E24-B026C62068B9}" destId="{6B280696-AE7B-4096-83A4-E8AEC44D15E0}" srcOrd="4" destOrd="0" parTransId="{47547EED-6BCB-49F4-8FFD-E2D1EC87F5A3}" sibTransId="{DF390ADD-277F-4177-8963-C4479E0F6F85}"/>
    <dgm:cxn modelId="{55159EDE-41CD-4589-B170-36E64CD06ECC}" srcId="{5D889BD3-AEDA-4A2B-8E24-B026C62068B9}" destId="{FB04F024-FAFA-4357-B112-AC78F0413CA8}" srcOrd="3" destOrd="0" parTransId="{567BCC1D-0B38-4ED9-8B33-9A1EA3563D3E}" sibTransId="{480171AC-BD9F-42F0-A85B-08A0D0C06898}"/>
    <dgm:cxn modelId="{4C5A0DCD-EF35-4338-B191-5586FE87AC36}" type="presParOf" srcId="{66FDDBBE-4A69-4375-8D7C-B424DA9651A4}" destId="{D84293B3-2C7A-4F7B-A478-D1CFF3AACB92}" srcOrd="0" destOrd="0" presId="urn:microsoft.com/office/officeart/2018/2/layout/IconVerticalSolidList"/>
    <dgm:cxn modelId="{07F9FD20-6D65-4226-AE65-67B21A679F06}" type="presParOf" srcId="{D84293B3-2C7A-4F7B-A478-D1CFF3AACB92}" destId="{2B80520E-01AC-40E1-A899-7E441077363D}" srcOrd="0" destOrd="0" presId="urn:microsoft.com/office/officeart/2018/2/layout/IconVerticalSolidList"/>
    <dgm:cxn modelId="{FE1415A4-8860-439B-AF37-8BF03D544110}" type="presParOf" srcId="{D84293B3-2C7A-4F7B-A478-D1CFF3AACB92}" destId="{35A395CC-1EF8-4953-9108-8AA846D26843}" srcOrd="1" destOrd="0" presId="urn:microsoft.com/office/officeart/2018/2/layout/IconVerticalSolidList"/>
    <dgm:cxn modelId="{660C4D2D-1E18-450D-8DA3-EC37D2B5CA7A}" type="presParOf" srcId="{D84293B3-2C7A-4F7B-A478-D1CFF3AACB92}" destId="{FFE86C17-005D-4229-8E63-2E7FC4521ECF}" srcOrd="2" destOrd="0" presId="urn:microsoft.com/office/officeart/2018/2/layout/IconVerticalSolidList"/>
    <dgm:cxn modelId="{1368BEAA-4838-460C-9A12-5961CB5EB540}" type="presParOf" srcId="{D84293B3-2C7A-4F7B-A478-D1CFF3AACB92}" destId="{D671D3A7-AFFF-4A1D-A4E2-C6E2EF621913}" srcOrd="3" destOrd="0" presId="urn:microsoft.com/office/officeart/2018/2/layout/IconVerticalSolidList"/>
    <dgm:cxn modelId="{8E9C62CC-CA74-4562-A070-89A753E4E8B3}" type="presParOf" srcId="{66FDDBBE-4A69-4375-8D7C-B424DA9651A4}" destId="{5BF1489C-BDB0-4894-9FCE-FC51D0245B42}" srcOrd="1" destOrd="0" presId="urn:microsoft.com/office/officeart/2018/2/layout/IconVerticalSolidList"/>
    <dgm:cxn modelId="{44D33EC5-5311-4AA8-85B0-BCD475C3A702}" type="presParOf" srcId="{66FDDBBE-4A69-4375-8D7C-B424DA9651A4}" destId="{08EA3863-D762-4533-ABDB-28D96DE5457D}" srcOrd="2" destOrd="0" presId="urn:microsoft.com/office/officeart/2018/2/layout/IconVerticalSolidList"/>
    <dgm:cxn modelId="{EFBDD805-5110-4B0F-82F0-E878D075714D}" type="presParOf" srcId="{08EA3863-D762-4533-ABDB-28D96DE5457D}" destId="{4B08DE3B-1B8E-4BFD-9B29-C4E9A1402FC7}" srcOrd="0" destOrd="0" presId="urn:microsoft.com/office/officeart/2018/2/layout/IconVerticalSolidList"/>
    <dgm:cxn modelId="{787571CD-1E56-413D-A157-7259C8B1BC86}" type="presParOf" srcId="{08EA3863-D762-4533-ABDB-28D96DE5457D}" destId="{D0E365EE-DFBB-405C-A226-91B355130CCC}" srcOrd="1" destOrd="0" presId="urn:microsoft.com/office/officeart/2018/2/layout/IconVerticalSolidList"/>
    <dgm:cxn modelId="{21DA2020-0350-44F8-8723-8F8FAEFF4F24}" type="presParOf" srcId="{08EA3863-D762-4533-ABDB-28D96DE5457D}" destId="{FF349145-D87A-4713-88CC-3D56ED2F04D9}" srcOrd="2" destOrd="0" presId="urn:microsoft.com/office/officeart/2018/2/layout/IconVerticalSolidList"/>
    <dgm:cxn modelId="{258B6D94-6996-4283-AA7A-88A4185669ED}" type="presParOf" srcId="{08EA3863-D762-4533-ABDB-28D96DE5457D}" destId="{968CE0AA-BF2E-49C4-9237-20C81949D85A}" srcOrd="3" destOrd="0" presId="urn:microsoft.com/office/officeart/2018/2/layout/IconVerticalSolidList"/>
    <dgm:cxn modelId="{24CBAEEE-19BD-403D-B581-D3EBC6C63E64}" type="presParOf" srcId="{66FDDBBE-4A69-4375-8D7C-B424DA9651A4}" destId="{700AF4E4-C1B1-45BB-9066-6F7DB6D84987}" srcOrd="3" destOrd="0" presId="urn:microsoft.com/office/officeart/2018/2/layout/IconVerticalSolidList"/>
    <dgm:cxn modelId="{FB4FCB03-23FC-4EF6-A705-310F8FA4D5BC}" type="presParOf" srcId="{66FDDBBE-4A69-4375-8D7C-B424DA9651A4}" destId="{5418B83E-19BC-4DAE-B8BA-F820EDC3C270}" srcOrd="4" destOrd="0" presId="urn:microsoft.com/office/officeart/2018/2/layout/IconVerticalSolidList"/>
    <dgm:cxn modelId="{BA1C349A-3473-428F-A64A-87E27B380AAA}" type="presParOf" srcId="{5418B83E-19BC-4DAE-B8BA-F820EDC3C270}" destId="{EB50DC12-0230-4A81-9E69-EFA6A47901CE}" srcOrd="0" destOrd="0" presId="urn:microsoft.com/office/officeart/2018/2/layout/IconVerticalSolidList"/>
    <dgm:cxn modelId="{2B8597F0-3156-4255-A976-DE16B316D7AA}" type="presParOf" srcId="{5418B83E-19BC-4DAE-B8BA-F820EDC3C270}" destId="{9DA31BB8-242B-4B21-BD1B-D4D678366B6F}" srcOrd="1" destOrd="0" presId="urn:microsoft.com/office/officeart/2018/2/layout/IconVerticalSolidList"/>
    <dgm:cxn modelId="{660AA214-B22B-4F8B-89AA-3CAB66464727}" type="presParOf" srcId="{5418B83E-19BC-4DAE-B8BA-F820EDC3C270}" destId="{582A648E-75D5-4D0B-9401-EDE19AEC27EA}" srcOrd="2" destOrd="0" presId="urn:microsoft.com/office/officeart/2018/2/layout/IconVerticalSolidList"/>
    <dgm:cxn modelId="{832A2D37-A4BB-47A1-AA1C-314A82968D41}" type="presParOf" srcId="{5418B83E-19BC-4DAE-B8BA-F820EDC3C270}" destId="{FDD946E0-A974-4138-B2D8-D2E35FDF65E2}" srcOrd="3" destOrd="0" presId="urn:microsoft.com/office/officeart/2018/2/layout/IconVerticalSolidList"/>
    <dgm:cxn modelId="{BEE4E662-7665-41F1-8CBE-7A78A844F130}" type="presParOf" srcId="{66FDDBBE-4A69-4375-8D7C-B424DA9651A4}" destId="{407E9CC7-9CA5-49A4-9C8E-4CEE86BB2EC7}" srcOrd="5" destOrd="0" presId="urn:microsoft.com/office/officeart/2018/2/layout/IconVerticalSolidList"/>
    <dgm:cxn modelId="{02874314-9DAF-4FAF-A95A-3BECAF2C8FA3}" type="presParOf" srcId="{66FDDBBE-4A69-4375-8D7C-B424DA9651A4}" destId="{82EB0215-AD95-4903-9245-89B210041591}" srcOrd="6" destOrd="0" presId="urn:microsoft.com/office/officeart/2018/2/layout/IconVerticalSolidList"/>
    <dgm:cxn modelId="{5C636F21-84F5-4E6A-A5B9-0146BB4120B7}" type="presParOf" srcId="{82EB0215-AD95-4903-9245-89B210041591}" destId="{99B5B4D3-50B6-4262-9AA3-AA4023CF6AF5}" srcOrd="0" destOrd="0" presId="urn:microsoft.com/office/officeart/2018/2/layout/IconVerticalSolidList"/>
    <dgm:cxn modelId="{7691B4A9-0E6A-46B7-B131-82D27EB7A5B4}" type="presParOf" srcId="{82EB0215-AD95-4903-9245-89B210041591}" destId="{8AC91E15-CE70-4CB4-8045-CF98ED581CB3}" srcOrd="1" destOrd="0" presId="urn:microsoft.com/office/officeart/2018/2/layout/IconVerticalSolidList"/>
    <dgm:cxn modelId="{B282990E-D3B9-4837-80A2-100C7B001C62}" type="presParOf" srcId="{82EB0215-AD95-4903-9245-89B210041591}" destId="{C6D6089E-9ADE-4D21-A697-E0DA0F632885}" srcOrd="2" destOrd="0" presId="urn:microsoft.com/office/officeart/2018/2/layout/IconVerticalSolidList"/>
    <dgm:cxn modelId="{13274104-1B33-441A-8D24-69755D193CE1}" type="presParOf" srcId="{82EB0215-AD95-4903-9245-89B210041591}" destId="{BE1195B0-791C-43BC-96B3-3918C2841260}" srcOrd="3" destOrd="0" presId="urn:microsoft.com/office/officeart/2018/2/layout/IconVerticalSolidList"/>
    <dgm:cxn modelId="{B8924BEA-819E-4864-869B-1C72274094CE}" type="presParOf" srcId="{66FDDBBE-4A69-4375-8D7C-B424DA9651A4}" destId="{BB015E37-E3C6-4BB5-A375-AA355CA08F8C}" srcOrd="7" destOrd="0" presId="urn:microsoft.com/office/officeart/2018/2/layout/IconVerticalSolidList"/>
    <dgm:cxn modelId="{5BC227FA-2433-493C-84BC-9DDC9BF9047B}" type="presParOf" srcId="{66FDDBBE-4A69-4375-8D7C-B424DA9651A4}" destId="{EE27670E-DD58-4F2D-817B-39A75CD73AD5}" srcOrd="8" destOrd="0" presId="urn:microsoft.com/office/officeart/2018/2/layout/IconVerticalSolidList"/>
    <dgm:cxn modelId="{68472993-C1AF-4C72-AD11-EA6C1510EA2B}" type="presParOf" srcId="{EE27670E-DD58-4F2D-817B-39A75CD73AD5}" destId="{5B612712-1762-4889-9BFE-8B908B4BEDC3}" srcOrd="0" destOrd="0" presId="urn:microsoft.com/office/officeart/2018/2/layout/IconVerticalSolidList"/>
    <dgm:cxn modelId="{3E7FD643-C417-4DB7-9E4B-2AE3A3060621}" type="presParOf" srcId="{EE27670E-DD58-4F2D-817B-39A75CD73AD5}" destId="{9057BBC0-CF35-4A94-AFDE-E24646E2E751}" srcOrd="1" destOrd="0" presId="urn:microsoft.com/office/officeart/2018/2/layout/IconVerticalSolidList"/>
    <dgm:cxn modelId="{9900A553-A6C5-4C3C-B126-F7A02E75DEB4}" type="presParOf" srcId="{EE27670E-DD58-4F2D-817B-39A75CD73AD5}" destId="{4563C133-C4E1-46F9-B314-2065848F3C63}" srcOrd="2" destOrd="0" presId="urn:microsoft.com/office/officeart/2018/2/layout/IconVerticalSolidList"/>
    <dgm:cxn modelId="{56D2FB38-B818-4EF6-B6CA-E2F67690D208}" type="presParOf" srcId="{EE27670E-DD58-4F2D-817B-39A75CD73AD5}" destId="{8DA01C2B-554D-4369-9121-B20A97EA24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0677FD-D5BE-4D34-BC00-2CE52171850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3AD3C2-805A-47D6-B7EC-0F3507767BE5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</a:t>
          </a:r>
        </a:p>
      </dgm:t>
    </dgm:pt>
    <dgm:pt modelId="{C2F93F6C-E198-4A1E-A821-D0C4E6E17DB7}" type="parTrans" cxnId="{495F7657-D24E-4311-BA8F-90838231A8C8}">
      <dgm:prSet/>
      <dgm:spPr/>
      <dgm:t>
        <a:bodyPr/>
        <a:lstStyle/>
        <a:p>
          <a:endParaRPr lang="en-US"/>
        </a:p>
      </dgm:t>
    </dgm:pt>
    <dgm:pt modelId="{79418A3B-9330-455B-B7C0-A547934EE754}" type="sibTrans" cxnId="{495F7657-D24E-4311-BA8F-90838231A8C8}">
      <dgm:prSet/>
      <dgm:spPr/>
      <dgm:t>
        <a:bodyPr/>
        <a:lstStyle/>
        <a:p>
          <a:endParaRPr lang="en-US"/>
        </a:p>
      </dgm:t>
    </dgm:pt>
    <dgm:pt modelId="{B286DBF7-1962-4E6D-B30E-CC68096D43C8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Pull Request</a:t>
          </a:r>
        </a:p>
      </dgm:t>
    </dgm:pt>
    <dgm:pt modelId="{E62AC20D-D508-4E7F-B7DF-C7AAF5753AD3}" type="parTrans" cxnId="{7DA95693-0BFA-44FE-B780-21BF5C694242}">
      <dgm:prSet/>
      <dgm:spPr/>
      <dgm:t>
        <a:bodyPr/>
        <a:lstStyle/>
        <a:p>
          <a:endParaRPr lang="en-US"/>
        </a:p>
      </dgm:t>
    </dgm:pt>
    <dgm:pt modelId="{B3909CCB-D7AF-492A-BD48-DCCF93BB0CE1}" type="sibTrans" cxnId="{7DA95693-0BFA-44FE-B780-21BF5C694242}">
      <dgm:prSet/>
      <dgm:spPr/>
      <dgm:t>
        <a:bodyPr/>
        <a:lstStyle/>
        <a:p>
          <a:endParaRPr lang="en-US"/>
        </a:p>
      </dgm:t>
    </dgm:pt>
    <dgm:pt modelId="{1F3D352C-C056-4044-A65F-D93708586CF7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Scans</a:t>
          </a:r>
        </a:p>
      </dgm:t>
    </dgm:pt>
    <dgm:pt modelId="{30C04A3B-4621-48E6-AA9C-1881948712C9}" type="parTrans" cxnId="{B7E4F86D-79DF-4823-968E-91E1D53FC990}">
      <dgm:prSet/>
      <dgm:spPr/>
      <dgm:t>
        <a:bodyPr/>
        <a:lstStyle/>
        <a:p>
          <a:endParaRPr lang="en-US"/>
        </a:p>
      </dgm:t>
    </dgm:pt>
    <dgm:pt modelId="{19E8211E-F452-4FB0-8A26-33A99471D3D2}" type="sibTrans" cxnId="{B7E4F86D-79DF-4823-968E-91E1D53FC990}">
      <dgm:prSet/>
      <dgm:spPr/>
      <dgm:t>
        <a:bodyPr/>
        <a:lstStyle/>
        <a:p>
          <a:endParaRPr lang="en-US"/>
        </a:p>
      </dgm:t>
    </dgm:pt>
    <dgm:pt modelId="{FCA44981-6CFC-4A21-B2DC-F422E155B83D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Review</a:t>
          </a:r>
        </a:p>
      </dgm:t>
    </dgm:pt>
    <dgm:pt modelId="{6FFD05EC-F5DF-48B6-86CD-A961020BB8E7}" type="parTrans" cxnId="{062FBA1B-D3ED-407C-8BF2-8BB9868B563E}">
      <dgm:prSet/>
      <dgm:spPr/>
      <dgm:t>
        <a:bodyPr/>
        <a:lstStyle/>
        <a:p>
          <a:endParaRPr lang="en-US"/>
        </a:p>
      </dgm:t>
    </dgm:pt>
    <dgm:pt modelId="{95051549-51E9-46B9-AA3B-6D643E324183}" type="sibTrans" cxnId="{062FBA1B-D3ED-407C-8BF2-8BB9868B563E}">
      <dgm:prSet/>
      <dgm:spPr/>
      <dgm:t>
        <a:bodyPr/>
        <a:lstStyle/>
        <a:p>
          <a:endParaRPr lang="en-US"/>
        </a:p>
      </dgm:t>
    </dgm:pt>
    <dgm:pt modelId="{5F44C5E6-E125-43E9-9B0C-86ECDA407B32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Merge</a:t>
          </a:r>
        </a:p>
      </dgm:t>
    </dgm:pt>
    <dgm:pt modelId="{7B553DF5-21B1-46EA-84B7-2112B9C73C00}" type="parTrans" cxnId="{40B996AB-7472-40D7-ABA4-2AD46AE36204}">
      <dgm:prSet/>
      <dgm:spPr/>
      <dgm:t>
        <a:bodyPr/>
        <a:lstStyle/>
        <a:p>
          <a:endParaRPr lang="en-US"/>
        </a:p>
      </dgm:t>
    </dgm:pt>
    <dgm:pt modelId="{880A1B6B-D81A-4007-9E4C-46A75039CFD6}" type="sibTrans" cxnId="{40B996AB-7472-40D7-ABA4-2AD46AE36204}">
      <dgm:prSet/>
      <dgm:spPr/>
      <dgm:t>
        <a:bodyPr/>
        <a:lstStyle/>
        <a:p>
          <a:endParaRPr lang="en-US"/>
        </a:p>
      </dgm:t>
    </dgm:pt>
    <dgm:pt modelId="{D45E6E37-FF75-4E28-A390-DEB79DCCB1A3}" type="pres">
      <dgm:prSet presAssocID="{B70677FD-D5BE-4D34-BC00-2CE521718508}" presName="root" presStyleCnt="0">
        <dgm:presLayoutVars>
          <dgm:dir/>
          <dgm:resizeHandles val="exact"/>
        </dgm:presLayoutVars>
      </dgm:prSet>
      <dgm:spPr/>
    </dgm:pt>
    <dgm:pt modelId="{BC082956-248C-4DF9-A79F-067F6F896162}" type="pres">
      <dgm:prSet presAssocID="{D03AD3C2-805A-47D6-B7EC-0F3507767BE5}" presName="compNode" presStyleCnt="0"/>
      <dgm:spPr/>
    </dgm:pt>
    <dgm:pt modelId="{D817A142-E438-4840-9CD4-BCF82A269AEA}" type="pres">
      <dgm:prSet presAssocID="{D03AD3C2-805A-47D6-B7EC-0F3507767BE5}" presName="bgRect" presStyleLbl="bgShp" presStyleIdx="0" presStyleCnt="5"/>
      <dgm:spPr/>
    </dgm:pt>
    <dgm:pt modelId="{EC06A1FF-C873-461C-8BDF-FA26CE2D7D67}" type="pres">
      <dgm:prSet presAssocID="{D03AD3C2-805A-47D6-B7EC-0F3507767BE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9FCCC6B-0D27-4F9B-BD3E-2150E8287799}" type="pres">
      <dgm:prSet presAssocID="{D03AD3C2-805A-47D6-B7EC-0F3507767BE5}" presName="spaceRect" presStyleCnt="0"/>
      <dgm:spPr/>
    </dgm:pt>
    <dgm:pt modelId="{9EA57477-6673-4B4A-A49D-2C748FC3C4E9}" type="pres">
      <dgm:prSet presAssocID="{D03AD3C2-805A-47D6-B7EC-0F3507767BE5}" presName="parTx" presStyleLbl="revTx" presStyleIdx="0" presStyleCnt="5">
        <dgm:presLayoutVars>
          <dgm:chMax val="0"/>
          <dgm:chPref val="0"/>
        </dgm:presLayoutVars>
      </dgm:prSet>
      <dgm:spPr/>
    </dgm:pt>
    <dgm:pt modelId="{812E25F3-E6B2-4E87-8CB2-54C17C219B23}" type="pres">
      <dgm:prSet presAssocID="{79418A3B-9330-455B-B7C0-A547934EE754}" presName="sibTrans" presStyleCnt="0"/>
      <dgm:spPr/>
    </dgm:pt>
    <dgm:pt modelId="{11A9706A-0A8F-44BD-B7A9-8FFAB47D0E30}" type="pres">
      <dgm:prSet presAssocID="{B286DBF7-1962-4E6D-B30E-CC68096D43C8}" presName="compNode" presStyleCnt="0"/>
      <dgm:spPr/>
    </dgm:pt>
    <dgm:pt modelId="{2A87ACD8-1FAA-4FEC-BE06-E2AAE24AEECE}" type="pres">
      <dgm:prSet presAssocID="{B286DBF7-1962-4E6D-B30E-CC68096D43C8}" presName="bgRect" presStyleLbl="bgShp" presStyleIdx="1" presStyleCnt="5"/>
      <dgm:spPr/>
    </dgm:pt>
    <dgm:pt modelId="{43A659EE-F430-4206-9419-0AFA51F68D85}" type="pres">
      <dgm:prSet presAssocID="{B286DBF7-1962-4E6D-B30E-CC68096D43C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5B106CE-CFC9-4C9B-8B69-507DC800992B}" type="pres">
      <dgm:prSet presAssocID="{B286DBF7-1962-4E6D-B30E-CC68096D43C8}" presName="spaceRect" presStyleCnt="0"/>
      <dgm:spPr/>
    </dgm:pt>
    <dgm:pt modelId="{126F11C5-83B0-438E-9EE6-B7D3F25F0B66}" type="pres">
      <dgm:prSet presAssocID="{B286DBF7-1962-4E6D-B30E-CC68096D43C8}" presName="parTx" presStyleLbl="revTx" presStyleIdx="1" presStyleCnt="5">
        <dgm:presLayoutVars>
          <dgm:chMax val="0"/>
          <dgm:chPref val="0"/>
        </dgm:presLayoutVars>
      </dgm:prSet>
      <dgm:spPr/>
    </dgm:pt>
    <dgm:pt modelId="{B325FD22-D8A2-41EF-B1D1-B399C27B00AB}" type="pres">
      <dgm:prSet presAssocID="{B3909CCB-D7AF-492A-BD48-DCCF93BB0CE1}" presName="sibTrans" presStyleCnt="0"/>
      <dgm:spPr/>
    </dgm:pt>
    <dgm:pt modelId="{678532CD-13B8-4C73-A996-3C320FB70AE3}" type="pres">
      <dgm:prSet presAssocID="{1F3D352C-C056-4044-A65F-D93708586CF7}" presName="compNode" presStyleCnt="0"/>
      <dgm:spPr/>
    </dgm:pt>
    <dgm:pt modelId="{0A47B873-74DB-4374-BB04-06395A09F5BB}" type="pres">
      <dgm:prSet presAssocID="{1F3D352C-C056-4044-A65F-D93708586CF7}" presName="bgRect" presStyleLbl="bgShp" presStyleIdx="2" presStyleCnt="5"/>
      <dgm:spPr/>
    </dgm:pt>
    <dgm:pt modelId="{6F592B85-770A-4DFA-8DA3-360FE06097BC}" type="pres">
      <dgm:prSet presAssocID="{1F3D352C-C056-4044-A65F-D93708586CF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EA024026-D103-4FED-993B-865D2521AD8D}" type="pres">
      <dgm:prSet presAssocID="{1F3D352C-C056-4044-A65F-D93708586CF7}" presName="spaceRect" presStyleCnt="0"/>
      <dgm:spPr/>
    </dgm:pt>
    <dgm:pt modelId="{A6F2CDC2-07F3-4832-A43C-525601E79769}" type="pres">
      <dgm:prSet presAssocID="{1F3D352C-C056-4044-A65F-D93708586CF7}" presName="parTx" presStyleLbl="revTx" presStyleIdx="2" presStyleCnt="5">
        <dgm:presLayoutVars>
          <dgm:chMax val="0"/>
          <dgm:chPref val="0"/>
        </dgm:presLayoutVars>
      </dgm:prSet>
      <dgm:spPr/>
    </dgm:pt>
    <dgm:pt modelId="{48BA8391-6D5B-4144-8151-7D2ADB639078}" type="pres">
      <dgm:prSet presAssocID="{19E8211E-F452-4FB0-8A26-33A99471D3D2}" presName="sibTrans" presStyleCnt="0"/>
      <dgm:spPr/>
    </dgm:pt>
    <dgm:pt modelId="{07311087-0BAF-4557-8A90-FBA15E18C73C}" type="pres">
      <dgm:prSet presAssocID="{FCA44981-6CFC-4A21-B2DC-F422E155B83D}" presName="compNode" presStyleCnt="0"/>
      <dgm:spPr/>
    </dgm:pt>
    <dgm:pt modelId="{8D1AB92D-102E-47DE-ABEE-47C293D0ECE7}" type="pres">
      <dgm:prSet presAssocID="{FCA44981-6CFC-4A21-B2DC-F422E155B83D}" presName="bgRect" presStyleLbl="bgShp" presStyleIdx="3" presStyleCnt="5"/>
      <dgm:spPr/>
    </dgm:pt>
    <dgm:pt modelId="{88436BDB-A93A-4870-805B-2508D61CE44E}" type="pres">
      <dgm:prSet presAssocID="{FCA44981-6CFC-4A21-B2DC-F422E155B83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A626F574-8263-4EF1-A042-179F89500BE9}" type="pres">
      <dgm:prSet presAssocID="{FCA44981-6CFC-4A21-B2DC-F422E155B83D}" presName="spaceRect" presStyleCnt="0"/>
      <dgm:spPr/>
    </dgm:pt>
    <dgm:pt modelId="{A18C64BF-F601-475D-B829-269658EA795B}" type="pres">
      <dgm:prSet presAssocID="{FCA44981-6CFC-4A21-B2DC-F422E155B83D}" presName="parTx" presStyleLbl="revTx" presStyleIdx="3" presStyleCnt="5">
        <dgm:presLayoutVars>
          <dgm:chMax val="0"/>
          <dgm:chPref val="0"/>
        </dgm:presLayoutVars>
      </dgm:prSet>
      <dgm:spPr/>
    </dgm:pt>
    <dgm:pt modelId="{EEC2EFFB-76B5-44AC-8132-A21B22664EC4}" type="pres">
      <dgm:prSet presAssocID="{95051549-51E9-46B9-AA3B-6D643E324183}" presName="sibTrans" presStyleCnt="0"/>
      <dgm:spPr/>
    </dgm:pt>
    <dgm:pt modelId="{87E064E4-EDD5-47B2-9217-7787F4F66E09}" type="pres">
      <dgm:prSet presAssocID="{5F44C5E6-E125-43E9-9B0C-86ECDA407B32}" presName="compNode" presStyleCnt="0"/>
      <dgm:spPr/>
    </dgm:pt>
    <dgm:pt modelId="{51F59988-33E5-4A04-A6F1-CC5CD4DA5B1B}" type="pres">
      <dgm:prSet presAssocID="{5F44C5E6-E125-43E9-9B0C-86ECDA407B32}" presName="bgRect" presStyleLbl="bgShp" presStyleIdx="4" presStyleCnt="5"/>
      <dgm:spPr/>
    </dgm:pt>
    <dgm:pt modelId="{8678A503-41F6-4036-B0FB-D9DC763D6AE8}" type="pres">
      <dgm:prSet presAssocID="{5F44C5E6-E125-43E9-9B0C-86ECDA407B3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F7FAD10F-B0A5-4531-BFD4-649723A6EFCF}" type="pres">
      <dgm:prSet presAssocID="{5F44C5E6-E125-43E9-9B0C-86ECDA407B32}" presName="spaceRect" presStyleCnt="0"/>
      <dgm:spPr/>
    </dgm:pt>
    <dgm:pt modelId="{6FFF4DF4-D9A0-44CE-8EB1-300441B966DF}" type="pres">
      <dgm:prSet presAssocID="{5F44C5E6-E125-43E9-9B0C-86ECDA407B3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7FE2309-8B35-4FC5-835B-629126BA349E}" type="presOf" srcId="{D03AD3C2-805A-47D6-B7EC-0F3507767BE5}" destId="{9EA57477-6673-4B4A-A49D-2C748FC3C4E9}" srcOrd="0" destOrd="0" presId="urn:microsoft.com/office/officeart/2018/2/layout/IconVerticalSolidList"/>
    <dgm:cxn modelId="{1927E912-6C16-4F05-B9F1-EB8BACFDF280}" type="presOf" srcId="{B286DBF7-1962-4E6D-B30E-CC68096D43C8}" destId="{126F11C5-83B0-438E-9EE6-B7D3F25F0B66}" srcOrd="0" destOrd="0" presId="urn:microsoft.com/office/officeart/2018/2/layout/IconVerticalSolidList"/>
    <dgm:cxn modelId="{062FBA1B-D3ED-407C-8BF2-8BB9868B563E}" srcId="{B70677FD-D5BE-4D34-BC00-2CE521718508}" destId="{FCA44981-6CFC-4A21-B2DC-F422E155B83D}" srcOrd="3" destOrd="0" parTransId="{6FFD05EC-F5DF-48B6-86CD-A961020BB8E7}" sibTransId="{95051549-51E9-46B9-AA3B-6D643E324183}"/>
    <dgm:cxn modelId="{74AE5432-264F-4F31-BAFC-06D8005531D3}" type="presOf" srcId="{1F3D352C-C056-4044-A65F-D93708586CF7}" destId="{A6F2CDC2-07F3-4832-A43C-525601E79769}" srcOrd="0" destOrd="0" presId="urn:microsoft.com/office/officeart/2018/2/layout/IconVerticalSolidList"/>
    <dgm:cxn modelId="{C993AF34-77AA-4BB4-9A83-08D2786AC1B5}" type="presOf" srcId="{FCA44981-6CFC-4A21-B2DC-F422E155B83D}" destId="{A18C64BF-F601-475D-B829-269658EA795B}" srcOrd="0" destOrd="0" presId="urn:microsoft.com/office/officeart/2018/2/layout/IconVerticalSolidList"/>
    <dgm:cxn modelId="{B7E4F86D-79DF-4823-968E-91E1D53FC990}" srcId="{B70677FD-D5BE-4D34-BC00-2CE521718508}" destId="{1F3D352C-C056-4044-A65F-D93708586CF7}" srcOrd="2" destOrd="0" parTransId="{30C04A3B-4621-48E6-AA9C-1881948712C9}" sibTransId="{19E8211E-F452-4FB0-8A26-33A99471D3D2}"/>
    <dgm:cxn modelId="{495F7657-D24E-4311-BA8F-90838231A8C8}" srcId="{B70677FD-D5BE-4D34-BC00-2CE521718508}" destId="{D03AD3C2-805A-47D6-B7EC-0F3507767BE5}" srcOrd="0" destOrd="0" parTransId="{C2F93F6C-E198-4A1E-A821-D0C4E6E17DB7}" sibTransId="{79418A3B-9330-455B-B7C0-A547934EE754}"/>
    <dgm:cxn modelId="{7DA95693-0BFA-44FE-B780-21BF5C694242}" srcId="{B70677FD-D5BE-4D34-BC00-2CE521718508}" destId="{B286DBF7-1962-4E6D-B30E-CC68096D43C8}" srcOrd="1" destOrd="0" parTransId="{E62AC20D-D508-4E7F-B7DF-C7AAF5753AD3}" sibTransId="{B3909CCB-D7AF-492A-BD48-DCCF93BB0CE1}"/>
    <dgm:cxn modelId="{BBAEF3A5-B016-4FF9-B1CC-A1BF79B98E4E}" type="presOf" srcId="{B70677FD-D5BE-4D34-BC00-2CE521718508}" destId="{D45E6E37-FF75-4E28-A390-DEB79DCCB1A3}" srcOrd="0" destOrd="0" presId="urn:microsoft.com/office/officeart/2018/2/layout/IconVerticalSolidList"/>
    <dgm:cxn modelId="{40B996AB-7472-40D7-ABA4-2AD46AE36204}" srcId="{B70677FD-D5BE-4D34-BC00-2CE521718508}" destId="{5F44C5E6-E125-43E9-9B0C-86ECDA407B32}" srcOrd="4" destOrd="0" parTransId="{7B553DF5-21B1-46EA-84B7-2112B9C73C00}" sibTransId="{880A1B6B-D81A-4007-9E4C-46A75039CFD6}"/>
    <dgm:cxn modelId="{0E07CFE5-4B00-44E9-AE17-6556D29C6913}" type="presOf" srcId="{5F44C5E6-E125-43E9-9B0C-86ECDA407B32}" destId="{6FFF4DF4-D9A0-44CE-8EB1-300441B966DF}" srcOrd="0" destOrd="0" presId="urn:microsoft.com/office/officeart/2018/2/layout/IconVerticalSolidList"/>
    <dgm:cxn modelId="{26DF4CCC-BB6F-4E41-9C2B-A8DA210C4770}" type="presParOf" srcId="{D45E6E37-FF75-4E28-A390-DEB79DCCB1A3}" destId="{BC082956-248C-4DF9-A79F-067F6F896162}" srcOrd="0" destOrd="0" presId="urn:microsoft.com/office/officeart/2018/2/layout/IconVerticalSolidList"/>
    <dgm:cxn modelId="{6BF017B2-ACE6-4361-B881-BB0EF483C9B2}" type="presParOf" srcId="{BC082956-248C-4DF9-A79F-067F6F896162}" destId="{D817A142-E438-4840-9CD4-BCF82A269AEA}" srcOrd="0" destOrd="0" presId="urn:microsoft.com/office/officeart/2018/2/layout/IconVerticalSolidList"/>
    <dgm:cxn modelId="{7505FF0A-776F-4C53-B4D2-0BB0706EF42F}" type="presParOf" srcId="{BC082956-248C-4DF9-A79F-067F6F896162}" destId="{EC06A1FF-C873-461C-8BDF-FA26CE2D7D67}" srcOrd="1" destOrd="0" presId="urn:microsoft.com/office/officeart/2018/2/layout/IconVerticalSolidList"/>
    <dgm:cxn modelId="{F14821D1-2677-42C1-9C4B-A1177DC4B86A}" type="presParOf" srcId="{BC082956-248C-4DF9-A79F-067F6F896162}" destId="{39FCCC6B-0D27-4F9B-BD3E-2150E8287799}" srcOrd="2" destOrd="0" presId="urn:microsoft.com/office/officeart/2018/2/layout/IconVerticalSolidList"/>
    <dgm:cxn modelId="{6A95FE16-6363-42F6-A3C6-678B3612BAF3}" type="presParOf" srcId="{BC082956-248C-4DF9-A79F-067F6F896162}" destId="{9EA57477-6673-4B4A-A49D-2C748FC3C4E9}" srcOrd="3" destOrd="0" presId="urn:microsoft.com/office/officeart/2018/2/layout/IconVerticalSolidList"/>
    <dgm:cxn modelId="{BAD59BC6-9618-4771-AE04-84D6D7A82F79}" type="presParOf" srcId="{D45E6E37-FF75-4E28-A390-DEB79DCCB1A3}" destId="{812E25F3-E6B2-4E87-8CB2-54C17C219B23}" srcOrd="1" destOrd="0" presId="urn:microsoft.com/office/officeart/2018/2/layout/IconVerticalSolidList"/>
    <dgm:cxn modelId="{092FDBCD-8C37-4B3A-A3CF-B234F0B0E039}" type="presParOf" srcId="{D45E6E37-FF75-4E28-A390-DEB79DCCB1A3}" destId="{11A9706A-0A8F-44BD-B7A9-8FFAB47D0E30}" srcOrd="2" destOrd="0" presId="urn:microsoft.com/office/officeart/2018/2/layout/IconVerticalSolidList"/>
    <dgm:cxn modelId="{51D47BBA-8EC5-4C98-AE65-33E713C1990A}" type="presParOf" srcId="{11A9706A-0A8F-44BD-B7A9-8FFAB47D0E30}" destId="{2A87ACD8-1FAA-4FEC-BE06-E2AAE24AEECE}" srcOrd="0" destOrd="0" presId="urn:microsoft.com/office/officeart/2018/2/layout/IconVerticalSolidList"/>
    <dgm:cxn modelId="{623A96C5-A8E4-4F9E-91F9-083072B9AE81}" type="presParOf" srcId="{11A9706A-0A8F-44BD-B7A9-8FFAB47D0E30}" destId="{43A659EE-F430-4206-9419-0AFA51F68D85}" srcOrd="1" destOrd="0" presId="urn:microsoft.com/office/officeart/2018/2/layout/IconVerticalSolidList"/>
    <dgm:cxn modelId="{425E115D-DC52-4ABF-9DE7-6A4EFD2E4B74}" type="presParOf" srcId="{11A9706A-0A8F-44BD-B7A9-8FFAB47D0E30}" destId="{55B106CE-CFC9-4C9B-8B69-507DC800992B}" srcOrd="2" destOrd="0" presId="urn:microsoft.com/office/officeart/2018/2/layout/IconVerticalSolidList"/>
    <dgm:cxn modelId="{A4D0E4AB-4C9D-46E8-B55D-3821F14A10A9}" type="presParOf" srcId="{11A9706A-0A8F-44BD-B7A9-8FFAB47D0E30}" destId="{126F11C5-83B0-438E-9EE6-B7D3F25F0B66}" srcOrd="3" destOrd="0" presId="urn:microsoft.com/office/officeart/2018/2/layout/IconVerticalSolidList"/>
    <dgm:cxn modelId="{CD0A46F3-F325-49AB-BCF7-110A14A337E8}" type="presParOf" srcId="{D45E6E37-FF75-4E28-A390-DEB79DCCB1A3}" destId="{B325FD22-D8A2-41EF-B1D1-B399C27B00AB}" srcOrd="3" destOrd="0" presId="urn:microsoft.com/office/officeart/2018/2/layout/IconVerticalSolidList"/>
    <dgm:cxn modelId="{A4A699EE-561F-4F12-8AFE-94B575D89ABC}" type="presParOf" srcId="{D45E6E37-FF75-4E28-A390-DEB79DCCB1A3}" destId="{678532CD-13B8-4C73-A996-3C320FB70AE3}" srcOrd="4" destOrd="0" presId="urn:microsoft.com/office/officeart/2018/2/layout/IconVerticalSolidList"/>
    <dgm:cxn modelId="{5BFAA6AB-1430-4226-8546-51C65D0DD499}" type="presParOf" srcId="{678532CD-13B8-4C73-A996-3C320FB70AE3}" destId="{0A47B873-74DB-4374-BB04-06395A09F5BB}" srcOrd="0" destOrd="0" presId="urn:microsoft.com/office/officeart/2018/2/layout/IconVerticalSolidList"/>
    <dgm:cxn modelId="{B3AFD610-38A9-42AD-A3F1-23D6D07CB46E}" type="presParOf" srcId="{678532CD-13B8-4C73-A996-3C320FB70AE3}" destId="{6F592B85-770A-4DFA-8DA3-360FE06097BC}" srcOrd="1" destOrd="0" presId="urn:microsoft.com/office/officeart/2018/2/layout/IconVerticalSolidList"/>
    <dgm:cxn modelId="{E7771B82-FD56-4DB9-B2F0-43BEFAF57DB2}" type="presParOf" srcId="{678532CD-13B8-4C73-A996-3C320FB70AE3}" destId="{EA024026-D103-4FED-993B-865D2521AD8D}" srcOrd="2" destOrd="0" presId="urn:microsoft.com/office/officeart/2018/2/layout/IconVerticalSolidList"/>
    <dgm:cxn modelId="{02231081-9F84-4132-8A69-7F1FA611A6B7}" type="presParOf" srcId="{678532CD-13B8-4C73-A996-3C320FB70AE3}" destId="{A6F2CDC2-07F3-4832-A43C-525601E79769}" srcOrd="3" destOrd="0" presId="urn:microsoft.com/office/officeart/2018/2/layout/IconVerticalSolidList"/>
    <dgm:cxn modelId="{C5E23C02-3BC9-4697-8CC7-004ED030BD95}" type="presParOf" srcId="{D45E6E37-FF75-4E28-A390-DEB79DCCB1A3}" destId="{48BA8391-6D5B-4144-8151-7D2ADB639078}" srcOrd="5" destOrd="0" presId="urn:microsoft.com/office/officeart/2018/2/layout/IconVerticalSolidList"/>
    <dgm:cxn modelId="{6A0AB426-E06F-48FE-8B9E-1EB35D03A660}" type="presParOf" srcId="{D45E6E37-FF75-4E28-A390-DEB79DCCB1A3}" destId="{07311087-0BAF-4557-8A90-FBA15E18C73C}" srcOrd="6" destOrd="0" presId="urn:microsoft.com/office/officeart/2018/2/layout/IconVerticalSolidList"/>
    <dgm:cxn modelId="{631F468F-3D2B-43D1-96AF-8C73FBD79BAE}" type="presParOf" srcId="{07311087-0BAF-4557-8A90-FBA15E18C73C}" destId="{8D1AB92D-102E-47DE-ABEE-47C293D0ECE7}" srcOrd="0" destOrd="0" presId="urn:microsoft.com/office/officeart/2018/2/layout/IconVerticalSolidList"/>
    <dgm:cxn modelId="{0E920750-1AD0-4AFB-B6B3-66835EC64AED}" type="presParOf" srcId="{07311087-0BAF-4557-8A90-FBA15E18C73C}" destId="{88436BDB-A93A-4870-805B-2508D61CE44E}" srcOrd="1" destOrd="0" presId="urn:microsoft.com/office/officeart/2018/2/layout/IconVerticalSolidList"/>
    <dgm:cxn modelId="{F618591F-7534-43C3-9413-A4E673420101}" type="presParOf" srcId="{07311087-0BAF-4557-8A90-FBA15E18C73C}" destId="{A626F574-8263-4EF1-A042-179F89500BE9}" srcOrd="2" destOrd="0" presId="urn:microsoft.com/office/officeart/2018/2/layout/IconVerticalSolidList"/>
    <dgm:cxn modelId="{25D260B1-5CC0-44B0-9084-908B20008B0A}" type="presParOf" srcId="{07311087-0BAF-4557-8A90-FBA15E18C73C}" destId="{A18C64BF-F601-475D-B829-269658EA795B}" srcOrd="3" destOrd="0" presId="urn:microsoft.com/office/officeart/2018/2/layout/IconVerticalSolidList"/>
    <dgm:cxn modelId="{03F0B027-B459-487C-95FC-CA81E4543169}" type="presParOf" srcId="{D45E6E37-FF75-4E28-A390-DEB79DCCB1A3}" destId="{EEC2EFFB-76B5-44AC-8132-A21B22664EC4}" srcOrd="7" destOrd="0" presId="urn:microsoft.com/office/officeart/2018/2/layout/IconVerticalSolidList"/>
    <dgm:cxn modelId="{BED6FC45-8E3B-4F5C-964C-91BA75F2F9D4}" type="presParOf" srcId="{D45E6E37-FF75-4E28-A390-DEB79DCCB1A3}" destId="{87E064E4-EDD5-47B2-9217-7787F4F66E09}" srcOrd="8" destOrd="0" presId="urn:microsoft.com/office/officeart/2018/2/layout/IconVerticalSolidList"/>
    <dgm:cxn modelId="{759F306E-207A-4BAC-80C0-A90211135D6D}" type="presParOf" srcId="{87E064E4-EDD5-47B2-9217-7787F4F66E09}" destId="{51F59988-33E5-4A04-A6F1-CC5CD4DA5B1B}" srcOrd="0" destOrd="0" presId="urn:microsoft.com/office/officeart/2018/2/layout/IconVerticalSolidList"/>
    <dgm:cxn modelId="{7B18DD35-4797-4F7B-A127-E479ABF1E9BD}" type="presParOf" srcId="{87E064E4-EDD5-47B2-9217-7787F4F66E09}" destId="{8678A503-41F6-4036-B0FB-D9DC763D6AE8}" srcOrd="1" destOrd="0" presId="urn:microsoft.com/office/officeart/2018/2/layout/IconVerticalSolidList"/>
    <dgm:cxn modelId="{C78F784E-D02C-4075-91CC-03C95FBAD026}" type="presParOf" srcId="{87E064E4-EDD5-47B2-9217-7787F4F66E09}" destId="{F7FAD10F-B0A5-4531-BFD4-649723A6EFCF}" srcOrd="2" destOrd="0" presId="urn:microsoft.com/office/officeart/2018/2/layout/IconVerticalSolidList"/>
    <dgm:cxn modelId="{D7016DED-0316-4D45-80CD-D593FDD86B5C}" type="presParOf" srcId="{87E064E4-EDD5-47B2-9217-7787F4F66E09}" destId="{6FFF4DF4-D9A0-44CE-8EB1-300441B966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1465A8-3376-4D01-BE5F-160487785497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5D7171A-C9AA-41AD-9A92-4150AF2718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Disable</a:t>
          </a:r>
        </a:p>
      </dgm:t>
    </dgm:pt>
    <dgm:pt modelId="{C6A0EFB3-557F-4CC2-9E2A-46D8104AEF9A}" type="parTrans" cxnId="{81FCB925-0132-4887-91C8-D8E23A50ADE9}">
      <dgm:prSet/>
      <dgm:spPr/>
      <dgm:t>
        <a:bodyPr/>
        <a:lstStyle/>
        <a:p>
          <a:endParaRPr lang="en-US"/>
        </a:p>
      </dgm:t>
    </dgm:pt>
    <dgm:pt modelId="{22678929-1187-4129-BE0A-EC4074CB0AA2}" type="sibTrans" cxnId="{81FCB925-0132-4887-91C8-D8E23A50ADE9}">
      <dgm:prSet/>
      <dgm:spPr/>
      <dgm:t>
        <a:bodyPr/>
        <a:lstStyle/>
        <a:p>
          <a:endParaRPr lang="en-US"/>
        </a:p>
      </dgm:t>
    </dgm:pt>
    <dgm:pt modelId="{029C08C3-219E-4E9D-84D6-64B5C310D6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Disable unused features: Wikis, issues, forking, or actions if not needed.</a:t>
          </a:r>
        </a:p>
      </dgm:t>
    </dgm:pt>
    <dgm:pt modelId="{41B2A18F-4F4E-4410-BE48-0ABADAB2D1D1}" type="parTrans" cxnId="{2A18B806-4519-4DA0-BEEC-C391003E0DCF}">
      <dgm:prSet/>
      <dgm:spPr/>
      <dgm:t>
        <a:bodyPr/>
        <a:lstStyle/>
        <a:p>
          <a:endParaRPr lang="en-US"/>
        </a:p>
      </dgm:t>
    </dgm:pt>
    <dgm:pt modelId="{E817674D-8995-4358-B92D-340CAC87A28F}" type="sibTrans" cxnId="{2A18B806-4519-4DA0-BEEC-C391003E0DCF}">
      <dgm:prSet/>
      <dgm:spPr/>
      <dgm:t>
        <a:bodyPr/>
        <a:lstStyle/>
        <a:p>
          <a:endParaRPr lang="en-US"/>
        </a:p>
      </dgm:t>
    </dgm:pt>
    <dgm:pt modelId="{C89161DF-1C0F-496B-8917-3EF9283E9E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Require</a:t>
          </a:r>
        </a:p>
      </dgm:t>
    </dgm:pt>
    <dgm:pt modelId="{9EEDAB6A-F11E-401C-B131-F9A0B02A308E}" type="parTrans" cxnId="{FF6F51A3-0F38-4525-9C42-A5A166E7C659}">
      <dgm:prSet/>
      <dgm:spPr/>
      <dgm:t>
        <a:bodyPr/>
        <a:lstStyle/>
        <a:p>
          <a:endParaRPr lang="en-US"/>
        </a:p>
      </dgm:t>
    </dgm:pt>
    <dgm:pt modelId="{83F1B59C-C2BB-447B-91A8-CE884FA9FC13}" type="sibTrans" cxnId="{FF6F51A3-0F38-4525-9C42-A5A166E7C659}">
      <dgm:prSet/>
      <dgm:spPr/>
      <dgm:t>
        <a:bodyPr/>
        <a:lstStyle/>
        <a:p>
          <a:endParaRPr lang="en-US"/>
        </a:p>
      </dgm:t>
    </dgm:pt>
    <dgm:pt modelId="{0D1A8E5A-023A-43B9-9402-1B39A58669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Signed commits/tags: Require verified identities for changes.</a:t>
          </a:r>
        </a:p>
      </dgm:t>
    </dgm:pt>
    <dgm:pt modelId="{E331A70A-FF28-4400-9C9F-DD417279E7E8}" type="parTrans" cxnId="{6F7151E4-8FFC-4E5C-AE25-827D696B1340}">
      <dgm:prSet/>
      <dgm:spPr/>
      <dgm:t>
        <a:bodyPr/>
        <a:lstStyle/>
        <a:p>
          <a:endParaRPr lang="en-US"/>
        </a:p>
      </dgm:t>
    </dgm:pt>
    <dgm:pt modelId="{B26323C1-DE84-473A-8A95-73FD2066675D}" type="sibTrans" cxnId="{6F7151E4-8FFC-4E5C-AE25-827D696B1340}">
      <dgm:prSet/>
      <dgm:spPr/>
      <dgm:t>
        <a:bodyPr/>
        <a:lstStyle/>
        <a:p>
          <a:endParaRPr lang="en-US"/>
        </a:p>
      </dgm:t>
    </dgm:pt>
    <dgm:pt modelId="{4788EB3B-1051-4730-A601-306470CC26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Logging</a:t>
          </a:r>
        </a:p>
      </dgm:t>
    </dgm:pt>
    <dgm:pt modelId="{4C3C79F5-CBF2-4C1E-89E5-6812152E23E6}" type="parTrans" cxnId="{643512C8-E269-424A-8EE2-3FABA08B993E}">
      <dgm:prSet/>
      <dgm:spPr/>
      <dgm:t>
        <a:bodyPr/>
        <a:lstStyle/>
        <a:p>
          <a:endParaRPr lang="en-US"/>
        </a:p>
      </dgm:t>
    </dgm:pt>
    <dgm:pt modelId="{10E6CABC-874C-4202-B65A-8266083344DF}" type="sibTrans" cxnId="{643512C8-E269-424A-8EE2-3FABA08B993E}">
      <dgm:prSet/>
      <dgm:spPr/>
      <dgm:t>
        <a:bodyPr/>
        <a:lstStyle/>
        <a:p>
          <a:endParaRPr lang="en-US"/>
        </a:p>
      </dgm:t>
    </dgm:pt>
    <dgm:pt modelId="{CB46582C-9B85-4121-A969-56DE0D629D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Audit logging: Enable and retain logs for repo events.</a:t>
          </a:r>
        </a:p>
      </dgm:t>
    </dgm:pt>
    <dgm:pt modelId="{CA660DCD-598D-4829-80C6-E5451FCA376A}" type="parTrans" cxnId="{7C9D84BB-197F-45EF-98BA-C7FEC5DC86AE}">
      <dgm:prSet/>
      <dgm:spPr/>
      <dgm:t>
        <a:bodyPr/>
        <a:lstStyle/>
        <a:p>
          <a:endParaRPr lang="en-US"/>
        </a:p>
      </dgm:t>
    </dgm:pt>
    <dgm:pt modelId="{2D19DE1F-3176-4FDA-90A6-4882C63DFC74}" type="sibTrans" cxnId="{7C9D84BB-197F-45EF-98BA-C7FEC5DC86AE}">
      <dgm:prSet/>
      <dgm:spPr/>
      <dgm:t>
        <a:bodyPr/>
        <a:lstStyle/>
        <a:p>
          <a:endParaRPr lang="en-US"/>
        </a:p>
      </dgm:t>
    </dgm:pt>
    <dgm:pt modelId="{FB4BFB66-F41F-4672-A68C-80DD1025B3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Restrict</a:t>
          </a:r>
        </a:p>
      </dgm:t>
    </dgm:pt>
    <dgm:pt modelId="{420B8BEB-C032-47E0-AD10-58BFAF4E5BCB}" type="parTrans" cxnId="{1EB4433B-DBA5-46F1-BFA1-B55B032178F3}">
      <dgm:prSet/>
      <dgm:spPr/>
      <dgm:t>
        <a:bodyPr/>
        <a:lstStyle/>
        <a:p>
          <a:endParaRPr lang="en-US"/>
        </a:p>
      </dgm:t>
    </dgm:pt>
    <dgm:pt modelId="{1BFA97DC-8E6E-4502-87C4-A7BD4F77F6AD}" type="sibTrans" cxnId="{1EB4433B-DBA5-46F1-BFA1-B55B032178F3}">
      <dgm:prSet/>
      <dgm:spPr/>
      <dgm:t>
        <a:bodyPr/>
        <a:lstStyle/>
        <a:p>
          <a:endParaRPr lang="en-US"/>
        </a:p>
      </dgm:t>
    </dgm:pt>
    <dgm:pt modelId="{220F5462-2FB8-411E-9945-70C55D22CD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Protected CI/CD environments: Restrict who can modify pipelines.</a:t>
          </a:r>
        </a:p>
      </dgm:t>
    </dgm:pt>
    <dgm:pt modelId="{DC7F043E-31F4-4DD6-97C2-13D1ABF0BDD5}" type="parTrans" cxnId="{EB363882-41D8-4D20-ABF2-AAD34CFF3AED}">
      <dgm:prSet/>
      <dgm:spPr/>
      <dgm:t>
        <a:bodyPr/>
        <a:lstStyle/>
        <a:p>
          <a:endParaRPr lang="en-US"/>
        </a:p>
      </dgm:t>
    </dgm:pt>
    <dgm:pt modelId="{99AB70A3-4C64-4716-95C6-F62C1CEB2E39}" type="sibTrans" cxnId="{EB363882-41D8-4D20-ABF2-AAD34CFF3AED}">
      <dgm:prSet/>
      <dgm:spPr/>
      <dgm:t>
        <a:bodyPr/>
        <a:lstStyle/>
        <a:p>
          <a:endParaRPr lang="en-US"/>
        </a:p>
      </dgm:t>
    </dgm:pt>
    <dgm:pt modelId="{1FE86093-E752-4197-ADDC-EE9CEB99F5DA}" type="pres">
      <dgm:prSet presAssocID="{031465A8-3376-4D01-BE5F-160487785497}" presName="Name0" presStyleCnt="0">
        <dgm:presLayoutVars>
          <dgm:dir/>
          <dgm:animLvl val="lvl"/>
          <dgm:resizeHandles val="exact"/>
        </dgm:presLayoutVars>
      </dgm:prSet>
      <dgm:spPr/>
    </dgm:pt>
    <dgm:pt modelId="{D27D6C10-CDA1-4CAD-92B1-6708B36203C6}" type="pres">
      <dgm:prSet presAssocID="{95D7171A-C9AA-41AD-9A92-4150AF271875}" presName="linNode" presStyleCnt="0"/>
      <dgm:spPr/>
    </dgm:pt>
    <dgm:pt modelId="{47BD8598-D6D4-469C-95B2-93CFDF2CF6EA}" type="pres">
      <dgm:prSet presAssocID="{95D7171A-C9AA-41AD-9A92-4150AF271875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15B2B336-BA54-4495-87F0-ADBD56F52F04}" type="pres">
      <dgm:prSet presAssocID="{95D7171A-C9AA-41AD-9A92-4150AF271875}" presName="descendantText" presStyleLbl="alignAccFollowNode1" presStyleIdx="0" presStyleCnt="4">
        <dgm:presLayoutVars>
          <dgm:bulletEnabled/>
        </dgm:presLayoutVars>
      </dgm:prSet>
      <dgm:spPr/>
    </dgm:pt>
    <dgm:pt modelId="{F31BB7B5-0265-4D9D-88C5-9AD3234A50E6}" type="pres">
      <dgm:prSet presAssocID="{22678929-1187-4129-BE0A-EC4074CB0AA2}" presName="sp" presStyleCnt="0"/>
      <dgm:spPr/>
    </dgm:pt>
    <dgm:pt modelId="{6FBCBFEA-6ADB-4A36-89B5-F9AB7788ACAF}" type="pres">
      <dgm:prSet presAssocID="{C89161DF-1C0F-496B-8917-3EF9283E9E97}" presName="linNode" presStyleCnt="0"/>
      <dgm:spPr/>
    </dgm:pt>
    <dgm:pt modelId="{64C913DF-65CA-4C51-A62C-20C73840D1EE}" type="pres">
      <dgm:prSet presAssocID="{C89161DF-1C0F-496B-8917-3EF9283E9E97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6A3470EC-DB81-447B-A9C9-76ED371ACC7E}" type="pres">
      <dgm:prSet presAssocID="{C89161DF-1C0F-496B-8917-3EF9283E9E97}" presName="descendantText" presStyleLbl="alignAccFollowNode1" presStyleIdx="1" presStyleCnt="4">
        <dgm:presLayoutVars>
          <dgm:bulletEnabled/>
        </dgm:presLayoutVars>
      </dgm:prSet>
      <dgm:spPr/>
    </dgm:pt>
    <dgm:pt modelId="{E3630FD2-012F-4AFE-9524-AC9158C5A0BB}" type="pres">
      <dgm:prSet presAssocID="{83F1B59C-C2BB-447B-91A8-CE884FA9FC13}" presName="sp" presStyleCnt="0"/>
      <dgm:spPr/>
    </dgm:pt>
    <dgm:pt modelId="{715D4154-025B-40D3-9C52-B33A547038C9}" type="pres">
      <dgm:prSet presAssocID="{4788EB3B-1051-4730-A601-306470CC2602}" presName="linNode" presStyleCnt="0"/>
      <dgm:spPr/>
    </dgm:pt>
    <dgm:pt modelId="{F4356BC6-5ADE-4985-B2C7-AA959B1C0196}" type="pres">
      <dgm:prSet presAssocID="{4788EB3B-1051-4730-A601-306470CC2602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A31973F7-E496-4C8F-A234-F658E781D250}" type="pres">
      <dgm:prSet presAssocID="{4788EB3B-1051-4730-A601-306470CC2602}" presName="descendantText" presStyleLbl="alignAccFollowNode1" presStyleIdx="2" presStyleCnt="4">
        <dgm:presLayoutVars>
          <dgm:bulletEnabled/>
        </dgm:presLayoutVars>
      </dgm:prSet>
      <dgm:spPr/>
    </dgm:pt>
    <dgm:pt modelId="{DE1B67C3-7678-4301-A138-4A3F15B2052C}" type="pres">
      <dgm:prSet presAssocID="{10E6CABC-874C-4202-B65A-8266083344DF}" presName="sp" presStyleCnt="0"/>
      <dgm:spPr/>
    </dgm:pt>
    <dgm:pt modelId="{43250B61-3B30-4117-BC65-FBA28E32E0AE}" type="pres">
      <dgm:prSet presAssocID="{FB4BFB66-F41F-4672-A68C-80DD1025B322}" presName="linNode" presStyleCnt="0"/>
      <dgm:spPr/>
    </dgm:pt>
    <dgm:pt modelId="{D9F080A1-A3AF-4502-9120-507EBF4064B4}" type="pres">
      <dgm:prSet presAssocID="{FB4BFB66-F41F-4672-A68C-80DD1025B322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D88F1012-5BD8-4EC0-BA80-DC1D184625D8}" type="pres">
      <dgm:prSet presAssocID="{FB4BFB66-F41F-4672-A68C-80DD1025B322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2A18B806-4519-4DA0-BEEC-C391003E0DCF}" srcId="{95D7171A-C9AA-41AD-9A92-4150AF271875}" destId="{029C08C3-219E-4E9D-84D6-64B5C310D654}" srcOrd="0" destOrd="0" parTransId="{41B2A18F-4F4E-4410-BE48-0ABADAB2D1D1}" sibTransId="{E817674D-8995-4358-B92D-340CAC87A28F}"/>
    <dgm:cxn modelId="{81FCB925-0132-4887-91C8-D8E23A50ADE9}" srcId="{031465A8-3376-4D01-BE5F-160487785497}" destId="{95D7171A-C9AA-41AD-9A92-4150AF271875}" srcOrd="0" destOrd="0" parTransId="{C6A0EFB3-557F-4CC2-9E2A-46D8104AEF9A}" sibTransId="{22678929-1187-4129-BE0A-EC4074CB0AA2}"/>
    <dgm:cxn modelId="{3C43DE36-3A03-4516-B4AF-EE13781BE054}" type="presOf" srcId="{95D7171A-C9AA-41AD-9A92-4150AF271875}" destId="{47BD8598-D6D4-469C-95B2-93CFDF2CF6EA}" srcOrd="0" destOrd="0" presId="urn:microsoft.com/office/officeart/2016/7/layout/VerticalSolidActionList"/>
    <dgm:cxn modelId="{1EB4433B-DBA5-46F1-BFA1-B55B032178F3}" srcId="{031465A8-3376-4D01-BE5F-160487785497}" destId="{FB4BFB66-F41F-4672-A68C-80DD1025B322}" srcOrd="3" destOrd="0" parTransId="{420B8BEB-C032-47E0-AD10-58BFAF4E5BCB}" sibTransId="{1BFA97DC-8E6E-4502-87C4-A7BD4F77F6AD}"/>
    <dgm:cxn modelId="{5187E567-1408-4CC1-A9AE-ECAD0B41969C}" type="presOf" srcId="{CB46582C-9B85-4121-A969-56DE0D629D1D}" destId="{A31973F7-E496-4C8F-A234-F658E781D250}" srcOrd="0" destOrd="0" presId="urn:microsoft.com/office/officeart/2016/7/layout/VerticalSolidActionList"/>
    <dgm:cxn modelId="{3F6CE768-BCD1-4B9B-B969-289577CBBCF1}" type="presOf" srcId="{FB4BFB66-F41F-4672-A68C-80DD1025B322}" destId="{D9F080A1-A3AF-4502-9120-507EBF4064B4}" srcOrd="0" destOrd="0" presId="urn:microsoft.com/office/officeart/2016/7/layout/VerticalSolidActionList"/>
    <dgm:cxn modelId="{EB363882-41D8-4D20-ABF2-AAD34CFF3AED}" srcId="{FB4BFB66-F41F-4672-A68C-80DD1025B322}" destId="{220F5462-2FB8-411E-9945-70C55D22CD1C}" srcOrd="0" destOrd="0" parTransId="{DC7F043E-31F4-4DD6-97C2-13D1ABF0BDD5}" sibTransId="{99AB70A3-4C64-4716-95C6-F62C1CEB2E39}"/>
    <dgm:cxn modelId="{E2150784-98F7-4D31-875D-2088F7D5482E}" type="presOf" srcId="{031465A8-3376-4D01-BE5F-160487785497}" destId="{1FE86093-E752-4197-ADDC-EE9CEB99F5DA}" srcOrd="0" destOrd="0" presId="urn:microsoft.com/office/officeart/2016/7/layout/VerticalSolidActionList"/>
    <dgm:cxn modelId="{FF6F51A3-0F38-4525-9C42-A5A166E7C659}" srcId="{031465A8-3376-4D01-BE5F-160487785497}" destId="{C89161DF-1C0F-496B-8917-3EF9283E9E97}" srcOrd="1" destOrd="0" parTransId="{9EEDAB6A-F11E-401C-B131-F9A0B02A308E}" sibTransId="{83F1B59C-C2BB-447B-91A8-CE884FA9FC13}"/>
    <dgm:cxn modelId="{7C9D84BB-197F-45EF-98BA-C7FEC5DC86AE}" srcId="{4788EB3B-1051-4730-A601-306470CC2602}" destId="{CB46582C-9B85-4121-A969-56DE0D629D1D}" srcOrd="0" destOrd="0" parTransId="{CA660DCD-598D-4829-80C6-E5451FCA376A}" sibTransId="{2D19DE1F-3176-4FDA-90A6-4882C63DFC74}"/>
    <dgm:cxn modelId="{643512C8-E269-424A-8EE2-3FABA08B993E}" srcId="{031465A8-3376-4D01-BE5F-160487785497}" destId="{4788EB3B-1051-4730-A601-306470CC2602}" srcOrd="2" destOrd="0" parTransId="{4C3C79F5-CBF2-4C1E-89E5-6812152E23E6}" sibTransId="{10E6CABC-874C-4202-B65A-8266083344DF}"/>
    <dgm:cxn modelId="{EE3C3DCC-35A8-4C01-9EFA-8F9AF1FB1067}" type="presOf" srcId="{4788EB3B-1051-4730-A601-306470CC2602}" destId="{F4356BC6-5ADE-4985-B2C7-AA959B1C0196}" srcOrd="0" destOrd="0" presId="urn:microsoft.com/office/officeart/2016/7/layout/VerticalSolidActionList"/>
    <dgm:cxn modelId="{063FABE0-CABF-45E3-ACCA-31BB84ECBE81}" type="presOf" srcId="{C89161DF-1C0F-496B-8917-3EF9283E9E97}" destId="{64C913DF-65CA-4C51-A62C-20C73840D1EE}" srcOrd="0" destOrd="0" presId="urn:microsoft.com/office/officeart/2016/7/layout/VerticalSolidActionList"/>
    <dgm:cxn modelId="{6F7151E4-8FFC-4E5C-AE25-827D696B1340}" srcId="{C89161DF-1C0F-496B-8917-3EF9283E9E97}" destId="{0D1A8E5A-023A-43B9-9402-1B39A5866929}" srcOrd="0" destOrd="0" parTransId="{E331A70A-FF28-4400-9C9F-DD417279E7E8}" sibTransId="{B26323C1-DE84-473A-8A95-73FD2066675D}"/>
    <dgm:cxn modelId="{A4DCA1F1-4656-4A3B-A593-05998C8F5EF0}" type="presOf" srcId="{220F5462-2FB8-411E-9945-70C55D22CD1C}" destId="{D88F1012-5BD8-4EC0-BA80-DC1D184625D8}" srcOrd="0" destOrd="0" presId="urn:microsoft.com/office/officeart/2016/7/layout/VerticalSolidActionList"/>
    <dgm:cxn modelId="{E36D3CF3-2D19-4737-9602-978F13EF9963}" type="presOf" srcId="{0D1A8E5A-023A-43B9-9402-1B39A5866929}" destId="{6A3470EC-DB81-447B-A9C9-76ED371ACC7E}" srcOrd="0" destOrd="0" presId="urn:microsoft.com/office/officeart/2016/7/layout/VerticalSolidActionList"/>
    <dgm:cxn modelId="{8E6E06FE-74AA-40D5-9004-B3075BD630C9}" type="presOf" srcId="{029C08C3-219E-4E9D-84D6-64B5C310D654}" destId="{15B2B336-BA54-4495-87F0-ADBD56F52F04}" srcOrd="0" destOrd="0" presId="urn:microsoft.com/office/officeart/2016/7/layout/VerticalSolidActionList"/>
    <dgm:cxn modelId="{24AD6F09-135C-4A09-BB11-23BE8368BC35}" type="presParOf" srcId="{1FE86093-E752-4197-ADDC-EE9CEB99F5DA}" destId="{D27D6C10-CDA1-4CAD-92B1-6708B36203C6}" srcOrd="0" destOrd="0" presId="urn:microsoft.com/office/officeart/2016/7/layout/VerticalSolidActionList"/>
    <dgm:cxn modelId="{A439257C-F0A6-4C5B-AF7C-0BFC1ABFE9C0}" type="presParOf" srcId="{D27D6C10-CDA1-4CAD-92B1-6708B36203C6}" destId="{47BD8598-D6D4-469C-95B2-93CFDF2CF6EA}" srcOrd="0" destOrd="0" presId="urn:microsoft.com/office/officeart/2016/7/layout/VerticalSolidActionList"/>
    <dgm:cxn modelId="{5F03248D-E1EB-47D6-B691-36CDE01BB20F}" type="presParOf" srcId="{D27D6C10-CDA1-4CAD-92B1-6708B36203C6}" destId="{15B2B336-BA54-4495-87F0-ADBD56F52F04}" srcOrd="1" destOrd="0" presId="urn:microsoft.com/office/officeart/2016/7/layout/VerticalSolidActionList"/>
    <dgm:cxn modelId="{9E68B7D3-D74E-4F0C-8A26-F5B0BA5E0BD1}" type="presParOf" srcId="{1FE86093-E752-4197-ADDC-EE9CEB99F5DA}" destId="{F31BB7B5-0265-4D9D-88C5-9AD3234A50E6}" srcOrd="1" destOrd="0" presId="urn:microsoft.com/office/officeart/2016/7/layout/VerticalSolidActionList"/>
    <dgm:cxn modelId="{428F8DC5-D9A6-4E34-AC4E-603950765EA7}" type="presParOf" srcId="{1FE86093-E752-4197-ADDC-EE9CEB99F5DA}" destId="{6FBCBFEA-6ADB-4A36-89B5-F9AB7788ACAF}" srcOrd="2" destOrd="0" presId="urn:microsoft.com/office/officeart/2016/7/layout/VerticalSolidActionList"/>
    <dgm:cxn modelId="{09D46C55-D1D9-4221-B4B7-666D3E202A8D}" type="presParOf" srcId="{6FBCBFEA-6ADB-4A36-89B5-F9AB7788ACAF}" destId="{64C913DF-65CA-4C51-A62C-20C73840D1EE}" srcOrd="0" destOrd="0" presId="urn:microsoft.com/office/officeart/2016/7/layout/VerticalSolidActionList"/>
    <dgm:cxn modelId="{65D19571-B197-4B20-9FA9-D34795507014}" type="presParOf" srcId="{6FBCBFEA-6ADB-4A36-89B5-F9AB7788ACAF}" destId="{6A3470EC-DB81-447B-A9C9-76ED371ACC7E}" srcOrd="1" destOrd="0" presId="urn:microsoft.com/office/officeart/2016/7/layout/VerticalSolidActionList"/>
    <dgm:cxn modelId="{8B3A78B9-BC75-45D8-967A-07BF7BD0B9C8}" type="presParOf" srcId="{1FE86093-E752-4197-ADDC-EE9CEB99F5DA}" destId="{E3630FD2-012F-4AFE-9524-AC9158C5A0BB}" srcOrd="3" destOrd="0" presId="urn:microsoft.com/office/officeart/2016/7/layout/VerticalSolidActionList"/>
    <dgm:cxn modelId="{F2F76B01-F726-4F04-8F42-AD164A3DF1CE}" type="presParOf" srcId="{1FE86093-E752-4197-ADDC-EE9CEB99F5DA}" destId="{715D4154-025B-40D3-9C52-B33A547038C9}" srcOrd="4" destOrd="0" presId="urn:microsoft.com/office/officeart/2016/7/layout/VerticalSolidActionList"/>
    <dgm:cxn modelId="{03C0B39B-E6D6-4B14-AA93-C639096943BF}" type="presParOf" srcId="{715D4154-025B-40D3-9C52-B33A547038C9}" destId="{F4356BC6-5ADE-4985-B2C7-AA959B1C0196}" srcOrd="0" destOrd="0" presId="urn:microsoft.com/office/officeart/2016/7/layout/VerticalSolidActionList"/>
    <dgm:cxn modelId="{44687883-4FCC-414F-951B-B439A9080E78}" type="presParOf" srcId="{715D4154-025B-40D3-9C52-B33A547038C9}" destId="{A31973F7-E496-4C8F-A234-F658E781D250}" srcOrd="1" destOrd="0" presId="urn:microsoft.com/office/officeart/2016/7/layout/VerticalSolidActionList"/>
    <dgm:cxn modelId="{9AB6C392-957B-4E58-9C1D-782BC3A9CD70}" type="presParOf" srcId="{1FE86093-E752-4197-ADDC-EE9CEB99F5DA}" destId="{DE1B67C3-7678-4301-A138-4A3F15B2052C}" srcOrd="5" destOrd="0" presId="urn:microsoft.com/office/officeart/2016/7/layout/VerticalSolidActionList"/>
    <dgm:cxn modelId="{2C82D14D-266E-4F0A-B51C-EEC99548443D}" type="presParOf" srcId="{1FE86093-E752-4197-ADDC-EE9CEB99F5DA}" destId="{43250B61-3B30-4117-BC65-FBA28E32E0AE}" srcOrd="6" destOrd="0" presId="urn:microsoft.com/office/officeart/2016/7/layout/VerticalSolidActionList"/>
    <dgm:cxn modelId="{C22082A3-2C2D-4176-B128-059BF1B3DCAD}" type="presParOf" srcId="{43250B61-3B30-4117-BC65-FBA28E32E0AE}" destId="{D9F080A1-A3AF-4502-9120-507EBF4064B4}" srcOrd="0" destOrd="0" presId="urn:microsoft.com/office/officeart/2016/7/layout/VerticalSolidActionList"/>
    <dgm:cxn modelId="{3067D266-1B6B-42AC-A3E0-40F3B87EFBF2}" type="presParOf" srcId="{43250B61-3B30-4117-BC65-FBA28E32E0AE}" destId="{D88F1012-5BD8-4EC0-BA80-DC1D184625D8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FF0892-3425-4777-9A8B-BCF9C2639D4D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75DDA8-ED8C-4D14-850F-05FB9A7AEBDA}">
      <dgm:prSet phldrT="[Text]" phldr="0"/>
      <dgm:spPr/>
      <dgm:t>
        <a:bodyPr/>
        <a:lstStyle/>
        <a:p>
          <a:r>
            <a:rPr lang="en-US" dirty="0"/>
            <a:t>Detect</a:t>
          </a:r>
        </a:p>
      </dgm:t>
    </dgm:pt>
    <dgm:pt modelId="{3C703207-CA37-47E9-BDBD-343C6C100A59}" type="parTrans" cxnId="{61FABDCA-1F9D-4BEE-9D0B-86B774692FFB}">
      <dgm:prSet/>
      <dgm:spPr/>
      <dgm:t>
        <a:bodyPr/>
        <a:lstStyle/>
        <a:p>
          <a:endParaRPr lang="en-US"/>
        </a:p>
      </dgm:t>
    </dgm:pt>
    <dgm:pt modelId="{7861E5BD-8160-4306-A113-904A4E3BABE4}" type="sibTrans" cxnId="{61FABDCA-1F9D-4BEE-9D0B-86B774692FFB}">
      <dgm:prSet/>
      <dgm:spPr/>
      <dgm:t>
        <a:bodyPr/>
        <a:lstStyle/>
        <a:p>
          <a:endParaRPr lang="en-US"/>
        </a:p>
      </dgm:t>
    </dgm:pt>
    <dgm:pt modelId="{95EDF5F6-ADF4-4939-8F46-E08D1B1881E6}">
      <dgm:prSet phldrT="[Text]" phldr="0"/>
      <dgm:spPr/>
      <dgm:t>
        <a:bodyPr/>
        <a:lstStyle/>
        <a:p>
          <a:r>
            <a:rPr lang="en-US" dirty="0"/>
            <a:t>Respond</a:t>
          </a:r>
        </a:p>
      </dgm:t>
    </dgm:pt>
    <dgm:pt modelId="{51F5E520-865B-4B8E-88BF-16CD64237ABA}" type="parTrans" cxnId="{A6C8696C-AA14-48A4-9B4C-997A9D96E9BD}">
      <dgm:prSet/>
      <dgm:spPr/>
      <dgm:t>
        <a:bodyPr/>
        <a:lstStyle/>
        <a:p>
          <a:endParaRPr lang="en-US"/>
        </a:p>
      </dgm:t>
    </dgm:pt>
    <dgm:pt modelId="{10E7C193-B595-4355-A70E-94F982FF5439}" type="sibTrans" cxnId="{A6C8696C-AA14-48A4-9B4C-997A9D96E9BD}">
      <dgm:prSet/>
      <dgm:spPr/>
      <dgm:t>
        <a:bodyPr/>
        <a:lstStyle/>
        <a:p>
          <a:endParaRPr lang="en-US"/>
        </a:p>
      </dgm:t>
    </dgm:pt>
    <dgm:pt modelId="{47EB7620-791A-43D3-9BC2-53DEFC6CB26B}">
      <dgm:prSet phldrT="[Text]" phldr="0"/>
      <dgm:spPr/>
      <dgm:t>
        <a:bodyPr/>
        <a:lstStyle/>
        <a:p>
          <a:r>
            <a:rPr lang="en-US" dirty="0"/>
            <a:t>Improve</a:t>
          </a:r>
        </a:p>
      </dgm:t>
    </dgm:pt>
    <dgm:pt modelId="{8E2083B1-F9B7-46C6-AE01-23FB62EFC8A0}" type="parTrans" cxnId="{4AF991F2-E12E-46F6-927B-D56C6B450AA1}">
      <dgm:prSet/>
      <dgm:spPr/>
      <dgm:t>
        <a:bodyPr/>
        <a:lstStyle/>
        <a:p>
          <a:endParaRPr lang="en-US"/>
        </a:p>
      </dgm:t>
    </dgm:pt>
    <dgm:pt modelId="{B74AE214-81EF-45BD-8A91-15DB240433C3}" type="sibTrans" cxnId="{4AF991F2-E12E-46F6-927B-D56C6B450AA1}">
      <dgm:prSet/>
      <dgm:spPr/>
      <dgm:t>
        <a:bodyPr/>
        <a:lstStyle/>
        <a:p>
          <a:endParaRPr lang="en-US"/>
        </a:p>
      </dgm:t>
    </dgm:pt>
    <dgm:pt modelId="{58B66E93-ED46-4D8F-8B1E-1EE35232999E}" type="pres">
      <dgm:prSet presAssocID="{92FF0892-3425-4777-9A8B-BCF9C2639D4D}" presName="cycle" presStyleCnt="0">
        <dgm:presLayoutVars>
          <dgm:dir/>
          <dgm:resizeHandles val="exact"/>
        </dgm:presLayoutVars>
      </dgm:prSet>
      <dgm:spPr/>
    </dgm:pt>
    <dgm:pt modelId="{CFE59C77-046D-41F3-BC1B-A1C50492EC98}" type="pres">
      <dgm:prSet presAssocID="{9075DDA8-ED8C-4D14-850F-05FB9A7AEBDA}" presName="dummy" presStyleCnt="0"/>
      <dgm:spPr/>
    </dgm:pt>
    <dgm:pt modelId="{01F0BA07-A8A0-4405-ABF5-7C9750C96B57}" type="pres">
      <dgm:prSet presAssocID="{9075DDA8-ED8C-4D14-850F-05FB9A7AEBDA}" presName="node" presStyleLbl="revTx" presStyleIdx="0" presStyleCnt="3">
        <dgm:presLayoutVars>
          <dgm:bulletEnabled val="1"/>
        </dgm:presLayoutVars>
      </dgm:prSet>
      <dgm:spPr/>
    </dgm:pt>
    <dgm:pt modelId="{C5A371A3-025C-4946-BE56-B99C11BFC524}" type="pres">
      <dgm:prSet presAssocID="{7861E5BD-8160-4306-A113-904A4E3BABE4}" presName="sibTrans" presStyleLbl="node1" presStyleIdx="0" presStyleCnt="3"/>
      <dgm:spPr/>
    </dgm:pt>
    <dgm:pt modelId="{56382C38-F6E0-428F-B8D1-C8D7AFD4B7D1}" type="pres">
      <dgm:prSet presAssocID="{95EDF5F6-ADF4-4939-8F46-E08D1B1881E6}" presName="dummy" presStyleCnt="0"/>
      <dgm:spPr/>
    </dgm:pt>
    <dgm:pt modelId="{383BC147-8999-47CD-AC30-0F0C581C84BF}" type="pres">
      <dgm:prSet presAssocID="{95EDF5F6-ADF4-4939-8F46-E08D1B1881E6}" presName="node" presStyleLbl="revTx" presStyleIdx="1" presStyleCnt="3">
        <dgm:presLayoutVars>
          <dgm:bulletEnabled val="1"/>
        </dgm:presLayoutVars>
      </dgm:prSet>
      <dgm:spPr/>
    </dgm:pt>
    <dgm:pt modelId="{C702DC4C-5446-42D8-89B7-A09D1FE494C1}" type="pres">
      <dgm:prSet presAssocID="{10E7C193-B595-4355-A70E-94F982FF5439}" presName="sibTrans" presStyleLbl="node1" presStyleIdx="1" presStyleCnt="3"/>
      <dgm:spPr/>
    </dgm:pt>
    <dgm:pt modelId="{D9C592A4-229B-45AC-BCB5-AE5A61C700C0}" type="pres">
      <dgm:prSet presAssocID="{47EB7620-791A-43D3-9BC2-53DEFC6CB26B}" presName="dummy" presStyleCnt="0"/>
      <dgm:spPr/>
    </dgm:pt>
    <dgm:pt modelId="{3261193A-CA6D-4000-B588-F72454D6EFF2}" type="pres">
      <dgm:prSet presAssocID="{47EB7620-791A-43D3-9BC2-53DEFC6CB26B}" presName="node" presStyleLbl="revTx" presStyleIdx="2" presStyleCnt="3">
        <dgm:presLayoutVars>
          <dgm:bulletEnabled val="1"/>
        </dgm:presLayoutVars>
      </dgm:prSet>
      <dgm:spPr/>
    </dgm:pt>
    <dgm:pt modelId="{8DE836C5-CE7F-445B-B323-F9886CEC9ADB}" type="pres">
      <dgm:prSet presAssocID="{B74AE214-81EF-45BD-8A91-15DB240433C3}" presName="sibTrans" presStyleLbl="node1" presStyleIdx="2" presStyleCnt="3"/>
      <dgm:spPr/>
    </dgm:pt>
  </dgm:ptLst>
  <dgm:cxnLst>
    <dgm:cxn modelId="{6B705848-7162-4A55-953F-79A842717665}" type="presOf" srcId="{92FF0892-3425-4777-9A8B-BCF9C2639D4D}" destId="{58B66E93-ED46-4D8F-8B1E-1EE35232999E}" srcOrd="0" destOrd="0" presId="urn:microsoft.com/office/officeart/2005/8/layout/cycle1"/>
    <dgm:cxn modelId="{A6C8696C-AA14-48A4-9B4C-997A9D96E9BD}" srcId="{92FF0892-3425-4777-9A8B-BCF9C2639D4D}" destId="{95EDF5F6-ADF4-4939-8F46-E08D1B1881E6}" srcOrd="1" destOrd="0" parTransId="{51F5E520-865B-4B8E-88BF-16CD64237ABA}" sibTransId="{10E7C193-B595-4355-A70E-94F982FF5439}"/>
    <dgm:cxn modelId="{64B97486-10B3-40CC-9EC3-B506F5445F6E}" type="presOf" srcId="{B74AE214-81EF-45BD-8A91-15DB240433C3}" destId="{8DE836C5-CE7F-445B-B323-F9886CEC9ADB}" srcOrd="0" destOrd="0" presId="urn:microsoft.com/office/officeart/2005/8/layout/cycle1"/>
    <dgm:cxn modelId="{F99A5D9C-BE93-4F25-AA4D-BC8CDBBBD186}" type="presOf" srcId="{9075DDA8-ED8C-4D14-850F-05FB9A7AEBDA}" destId="{01F0BA07-A8A0-4405-ABF5-7C9750C96B57}" srcOrd="0" destOrd="0" presId="urn:microsoft.com/office/officeart/2005/8/layout/cycle1"/>
    <dgm:cxn modelId="{41F3DDB9-240A-4972-A342-C2FD707C9DC9}" type="presOf" srcId="{7861E5BD-8160-4306-A113-904A4E3BABE4}" destId="{C5A371A3-025C-4946-BE56-B99C11BFC524}" srcOrd="0" destOrd="0" presId="urn:microsoft.com/office/officeart/2005/8/layout/cycle1"/>
    <dgm:cxn modelId="{1F2D80BE-F4BE-4C7C-AFB6-6C95E97465AC}" type="presOf" srcId="{47EB7620-791A-43D3-9BC2-53DEFC6CB26B}" destId="{3261193A-CA6D-4000-B588-F72454D6EFF2}" srcOrd="0" destOrd="0" presId="urn:microsoft.com/office/officeart/2005/8/layout/cycle1"/>
    <dgm:cxn modelId="{399F92C2-95C0-4B06-9051-680C02AB2018}" type="presOf" srcId="{95EDF5F6-ADF4-4939-8F46-E08D1B1881E6}" destId="{383BC147-8999-47CD-AC30-0F0C581C84BF}" srcOrd="0" destOrd="0" presId="urn:microsoft.com/office/officeart/2005/8/layout/cycle1"/>
    <dgm:cxn modelId="{61FABDCA-1F9D-4BEE-9D0B-86B774692FFB}" srcId="{92FF0892-3425-4777-9A8B-BCF9C2639D4D}" destId="{9075DDA8-ED8C-4D14-850F-05FB9A7AEBDA}" srcOrd="0" destOrd="0" parTransId="{3C703207-CA37-47E9-BDBD-343C6C100A59}" sibTransId="{7861E5BD-8160-4306-A113-904A4E3BABE4}"/>
    <dgm:cxn modelId="{4AF991F2-E12E-46F6-927B-D56C6B450AA1}" srcId="{92FF0892-3425-4777-9A8B-BCF9C2639D4D}" destId="{47EB7620-791A-43D3-9BC2-53DEFC6CB26B}" srcOrd="2" destOrd="0" parTransId="{8E2083B1-F9B7-46C6-AE01-23FB62EFC8A0}" sibTransId="{B74AE214-81EF-45BD-8A91-15DB240433C3}"/>
    <dgm:cxn modelId="{6419B2F3-5BBC-4451-9B5E-EAA711555D76}" type="presOf" srcId="{10E7C193-B595-4355-A70E-94F982FF5439}" destId="{C702DC4C-5446-42D8-89B7-A09D1FE494C1}" srcOrd="0" destOrd="0" presId="urn:microsoft.com/office/officeart/2005/8/layout/cycle1"/>
    <dgm:cxn modelId="{E2A69C99-1C5D-483E-A74C-085CDCEE34D2}" type="presParOf" srcId="{58B66E93-ED46-4D8F-8B1E-1EE35232999E}" destId="{CFE59C77-046D-41F3-BC1B-A1C50492EC98}" srcOrd="0" destOrd="0" presId="urn:microsoft.com/office/officeart/2005/8/layout/cycle1"/>
    <dgm:cxn modelId="{948E80B3-F5CC-4628-B302-EB390E508C12}" type="presParOf" srcId="{58B66E93-ED46-4D8F-8B1E-1EE35232999E}" destId="{01F0BA07-A8A0-4405-ABF5-7C9750C96B57}" srcOrd="1" destOrd="0" presId="urn:microsoft.com/office/officeart/2005/8/layout/cycle1"/>
    <dgm:cxn modelId="{10C9DAB8-BB27-4D24-A0A9-383AE0ED76EA}" type="presParOf" srcId="{58B66E93-ED46-4D8F-8B1E-1EE35232999E}" destId="{C5A371A3-025C-4946-BE56-B99C11BFC524}" srcOrd="2" destOrd="0" presId="urn:microsoft.com/office/officeart/2005/8/layout/cycle1"/>
    <dgm:cxn modelId="{61E4AFA6-5253-4396-8CA5-7789D5877A53}" type="presParOf" srcId="{58B66E93-ED46-4D8F-8B1E-1EE35232999E}" destId="{56382C38-F6E0-428F-B8D1-C8D7AFD4B7D1}" srcOrd="3" destOrd="0" presId="urn:microsoft.com/office/officeart/2005/8/layout/cycle1"/>
    <dgm:cxn modelId="{592F0522-280D-4026-9215-5076BB523AAC}" type="presParOf" srcId="{58B66E93-ED46-4D8F-8B1E-1EE35232999E}" destId="{383BC147-8999-47CD-AC30-0F0C581C84BF}" srcOrd="4" destOrd="0" presId="urn:microsoft.com/office/officeart/2005/8/layout/cycle1"/>
    <dgm:cxn modelId="{C55C0BAF-B926-4298-A9C3-C337BAE0FEB8}" type="presParOf" srcId="{58B66E93-ED46-4D8F-8B1E-1EE35232999E}" destId="{C702DC4C-5446-42D8-89B7-A09D1FE494C1}" srcOrd="5" destOrd="0" presId="urn:microsoft.com/office/officeart/2005/8/layout/cycle1"/>
    <dgm:cxn modelId="{7AD1F74C-46DF-4A37-8A36-C7198FE38D9F}" type="presParOf" srcId="{58B66E93-ED46-4D8F-8B1E-1EE35232999E}" destId="{D9C592A4-229B-45AC-BCB5-AE5A61C700C0}" srcOrd="6" destOrd="0" presId="urn:microsoft.com/office/officeart/2005/8/layout/cycle1"/>
    <dgm:cxn modelId="{AEB26D90-BAE0-41E8-B003-471E0E0DAFD6}" type="presParOf" srcId="{58B66E93-ED46-4D8F-8B1E-1EE35232999E}" destId="{3261193A-CA6D-4000-B588-F72454D6EFF2}" srcOrd="7" destOrd="0" presId="urn:microsoft.com/office/officeart/2005/8/layout/cycle1"/>
    <dgm:cxn modelId="{579B7657-45CE-433C-87D0-7244F044C44D}" type="presParOf" srcId="{58B66E93-ED46-4D8F-8B1E-1EE35232999E}" destId="{8DE836C5-CE7F-445B-B323-F9886CEC9ADB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F56EE8-9186-4CD3-8323-E6F9C1A90E9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0635A0-B5DB-4F93-9637-46932C9E3E5D}">
      <dgm:prSet/>
      <dgm:spPr/>
      <dgm:t>
        <a:bodyPr/>
        <a:lstStyle/>
        <a:p>
          <a:r>
            <a:rPr lang="en-US" b="1"/>
            <a:t>Secure access: </a:t>
          </a:r>
          <a:r>
            <a:rPr lang="en-US"/>
            <a:t>Enforce least privilege, MFA, and SSO.</a:t>
          </a:r>
        </a:p>
      </dgm:t>
    </dgm:pt>
    <dgm:pt modelId="{3DF58D61-4C2B-436D-9A0F-5B8F444F3573}" type="parTrans" cxnId="{4223A2A2-C0FF-49F5-8525-6E6AE57105A5}">
      <dgm:prSet/>
      <dgm:spPr/>
      <dgm:t>
        <a:bodyPr/>
        <a:lstStyle/>
        <a:p>
          <a:endParaRPr lang="en-US"/>
        </a:p>
      </dgm:t>
    </dgm:pt>
    <dgm:pt modelId="{1DE58A58-CD65-488C-AFE8-4AF6C0031BB2}" type="sibTrans" cxnId="{4223A2A2-C0FF-49F5-8525-6E6AE57105A5}">
      <dgm:prSet/>
      <dgm:spPr/>
      <dgm:t>
        <a:bodyPr/>
        <a:lstStyle/>
        <a:p>
          <a:endParaRPr lang="en-US"/>
        </a:p>
      </dgm:t>
    </dgm:pt>
    <dgm:pt modelId="{F2245E7B-E731-47C6-885F-2BE11386B549}">
      <dgm:prSet/>
      <dgm:spPr/>
      <dgm:t>
        <a:bodyPr/>
        <a:lstStyle/>
        <a:p>
          <a:r>
            <a:rPr lang="en-US" b="1"/>
            <a:t>Protect secrets: </a:t>
          </a:r>
          <a:r>
            <a:rPr lang="en-US"/>
            <a:t>Use vaults and automated secret scanning.</a:t>
          </a:r>
        </a:p>
      </dgm:t>
    </dgm:pt>
    <dgm:pt modelId="{A9550610-40DF-42D5-8FF9-66085EC644DE}" type="parTrans" cxnId="{0A77A3DE-6A58-4834-BB00-1106E6411186}">
      <dgm:prSet/>
      <dgm:spPr/>
      <dgm:t>
        <a:bodyPr/>
        <a:lstStyle/>
        <a:p>
          <a:endParaRPr lang="en-US"/>
        </a:p>
      </dgm:t>
    </dgm:pt>
    <dgm:pt modelId="{B06383D4-632D-4EE8-A6E9-FF218D200956}" type="sibTrans" cxnId="{0A77A3DE-6A58-4834-BB00-1106E6411186}">
      <dgm:prSet/>
      <dgm:spPr/>
      <dgm:t>
        <a:bodyPr/>
        <a:lstStyle/>
        <a:p>
          <a:endParaRPr lang="en-US"/>
        </a:p>
      </dgm:t>
    </dgm:pt>
    <dgm:pt modelId="{7F8CD967-1CDB-4927-B96B-07DF95009D15}">
      <dgm:prSet/>
      <dgm:spPr/>
      <dgm:t>
        <a:bodyPr/>
        <a:lstStyle/>
        <a:p>
          <a:r>
            <a:rPr lang="en-US" b="1"/>
            <a:t>Harden workflows: </a:t>
          </a:r>
          <a:r>
            <a:rPr lang="en-US"/>
            <a:t>Branch protection, reviews, and secure CI/CD.</a:t>
          </a:r>
        </a:p>
      </dgm:t>
    </dgm:pt>
    <dgm:pt modelId="{A9B7AE49-D1E8-4840-AD97-1E8C7E01AA83}" type="parTrans" cxnId="{E5FA19CD-D2E5-4AD5-B839-67228A03607D}">
      <dgm:prSet/>
      <dgm:spPr/>
      <dgm:t>
        <a:bodyPr/>
        <a:lstStyle/>
        <a:p>
          <a:endParaRPr lang="en-US"/>
        </a:p>
      </dgm:t>
    </dgm:pt>
    <dgm:pt modelId="{FDD4924D-4196-4BFC-9678-D383F8D9CB3D}" type="sibTrans" cxnId="{E5FA19CD-D2E5-4AD5-B839-67228A03607D}">
      <dgm:prSet/>
      <dgm:spPr/>
      <dgm:t>
        <a:bodyPr/>
        <a:lstStyle/>
        <a:p>
          <a:endParaRPr lang="en-US"/>
        </a:p>
      </dgm:t>
    </dgm:pt>
    <dgm:pt modelId="{9A740112-18B8-4095-A470-BB912A3F8BD2}">
      <dgm:prSet/>
      <dgm:spPr/>
      <dgm:t>
        <a:bodyPr/>
        <a:lstStyle/>
        <a:p>
          <a:r>
            <a:rPr lang="en-US" b="1"/>
            <a:t>Monitor continuously: </a:t>
          </a:r>
          <a:r>
            <a:rPr lang="en-US"/>
            <a:t>Scanning, logging, and incident playbooks.</a:t>
          </a:r>
        </a:p>
      </dgm:t>
    </dgm:pt>
    <dgm:pt modelId="{0F48CA78-B9A5-4D7F-868F-6117F0FCFA3A}" type="parTrans" cxnId="{6E232752-99BB-4D51-956E-321B07F56992}">
      <dgm:prSet/>
      <dgm:spPr/>
      <dgm:t>
        <a:bodyPr/>
        <a:lstStyle/>
        <a:p>
          <a:endParaRPr lang="en-US"/>
        </a:p>
      </dgm:t>
    </dgm:pt>
    <dgm:pt modelId="{1B3C771C-5F40-4A9C-A0F9-4E64B5221443}" type="sibTrans" cxnId="{6E232752-99BB-4D51-956E-321B07F56992}">
      <dgm:prSet/>
      <dgm:spPr/>
      <dgm:t>
        <a:bodyPr/>
        <a:lstStyle/>
        <a:p>
          <a:endParaRPr lang="en-US"/>
        </a:p>
      </dgm:t>
    </dgm:pt>
    <dgm:pt modelId="{AFB921E2-3786-4A82-83CC-593C64D32BA6}" type="pres">
      <dgm:prSet presAssocID="{25F56EE8-9186-4CD3-8323-E6F9C1A90E91}" presName="root" presStyleCnt="0">
        <dgm:presLayoutVars>
          <dgm:dir/>
          <dgm:resizeHandles val="exact"/>
        </dgm:presLayoutVars>
      </dgm:prSet>
      <dgm:spPr/>
    </dgm:pt>
    <dgm:pt modelId="{15DE6CF9-C0F5-4C17-BEA6-6ADD7D2DBB99}" type="pres">
      <dgm:prSet presAssocID="{680635A0-B5DB-4F93-9637-46932C9E3E5D}" presName="compNode" presStyleCnt="0"/>
      <dgm:spPr/>
    </dgm:pt>
    <dgm:pt modelId="{C9C363AC-4FB7-4865-8337-9090DAD77210}" type="pres">
      <dgm:prSet presAssocID="{680635A0-B5DB-4F93-9637-46932C9E3E5D}" presName="bgRect" presStyleLbl="bgShp" presStyleIdx="0" presStyleCnt="4"/>
      <dgm:spPr/>
    </dgm:pt>
    <dgm:pt modelId="{9F62416F-A3E9-4C67-86B6-68DD1A5C706F}" type="pres">
      <dgm:prSet presAssocID="{680635A0-B5DB-4F93-9637-46932C9E3E5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952F4F1-E2A5-4441-9CA2-49BE90C67659}" type="pres">
      <dgm:prSet presAssocID="{680635A0-B5DB-4F93-9637-46932C9E3E5D}" presName="spaceRect" presStyleCnt="0"/>
      <dgm:spPr/>
    </dgm:pt>
    <dgm:pt modelId="{FBFFE606-4F73-478D-9C81-62E509FA65C4}" type="pres">
      <dgm:prSet presAssocID="{680635A0-B5DB-4F93-9637-46932C9E3E5D}" presName="parTx" presStyleLbl="revTx" presStyleIdx="0" presStyleCnt="4">
        <dgm:presLayoutVars>
          <dgm:chMax val="0"/>
          <dgm:chPref val="0"/>
        </dgm:presLayoutVars>
      </dgm:prSet>
      <dgm:spPr/>
    </dgm:pt>
    <dgm:pt modelId="{9751EE1E-4A0C-4504-AF66-93BCFBCA6AA1}" type="pres">
      <dgm:prSet presAssocID="{1DE58A58-CD65-488C-AFE8-4AF6C0031BB2}" presName="sibTrans" presStyleCnt="0"/>
      <dgm:spPr/>
    </dgm:pt>
    <dgm:pt modelId="{9F069E14-7F05-4980-89F8-70053E4CCAC1}" type="pres">
      <dgm:prSet presAssocID="{F2245E7B-E731-47C6-885F-2BE11386B549}" presName="compNode" presStyleCnt="0"/>
      <dgm:spPr/>
    </dgm:pt>
    <dgm:pt modelId="{C88373FB-7902-4184-93D8-F02C220FB28D}" type="pres">
      <dgm:prSet presAssocID="{F2245E7B-E731-47C6-885F-2BE11386B549}" presName="bgRect" presStyleLbl="bgShp" presStyleIdx="1" presStyleCnt="4"/>
      <dgm:spPr/>
    </dgm:pt>
    <dgm:pt modelId="{13FC22B4-34BB-4370-83C7-6F41614B5404}" type="pres">
      <dgm:prSet presAssocID="{F2245E7B-E731-47C6-885F-2BE11386B54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EE27D26E-D25E-40F6-AD0E-6376409ABED3}" type="pres">
      <dgm:prSet presAssocID="{F2245E7B-E731-47C6-885F-2BE11386B549}" presName="spaceRect" presStyleCnt="0"/>
      <dgm:spPr/>
    </dgm:pt>
    <dgm:pt modelId="{D927D597-C77C-4F46-99A2-66442D46D2CA}" type="pres">
      <dgm:prSet presAssocID="{F2245E7B-E731-47C6-885F-2BE11386B549}" presName="parTx" presStyleLbl="revTx" presStyleIdx="1" presStyleCnt="4">
        <dgm:presLayoutVars>
          <dgm:chMax val="0"/>
          <dgm:chPref val="0"/>
        </dgm:presLayoutVars>
      </dgm:prSet>
      <dgm:spPr/>
    </dgm:pt>
    <dgm:pt modelId="{6E65A25D-681B-46FB-90E2-92A780D5671B}" type="pres">
      <dgm:prSet presAssocID="{B06383D4-632D-4EE8-A6E9-FF218D200956}" presName="sibTrans" presStyleCnt="0"/>
      <dgm:spPr/>
    </dgm:pt>
    <dgm:pt modelId="{A9FCE539-B4A4-4A50-9BA7-5B80DD4621EC}" type="pres">
      <dgm:prSet presAssocID="{7F8CD967-1CDB-4927-B96B-07DF95009D15}" presName="compNode" presStyleCnt="0"/>
      <dgm:spPr/>
    </dgm:pt>
    <dgm:pt modelId="{A75827F3-19AA-4D61-BF37-F3AB28A71FB9}" type="pres">
      <dgm:prSet presAssocID="{7F8CD967-1CDB-4927-B96B-07DF95009D15}" presName="bgRect" presStyleLbl="bgShp" presStyleIdx="2" presStyleCnt="4"/>
      <dgm:spPr/>
    </dgm:pt>
    <dgm:pt modelId="{D5D684D7-B887-450A-9979-63FBDFE15FF0}" type="pres">
      <dgm:prSet presAssocID="{7F8CD967-1CDB-4927-B96B-07DF95009D1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BFD595EE-A076-408E-8DE1-70AE657E3C0B}" type="pres">
      <dgm:prSet presAssocID="{7F8CD967-1CDB-4927-B96B-07DF95009D15}" presName="spaceRect" presStyleCnt="0"/>
      <dgm:spPr/>
    </dgm:pt>
    <dgm:pt modelId="{9C9E9DA2-59C4-465D-8407-4AE849226256}" type="pres">
      <dgm:prSet presAssocID="{7F8CD967-1CDB-4927-B96B-07DF95009D15}" presName="parTx" presStyleLbl="revTx" presStyleIdx="2" presStyleCnt="4">
        <dgm:presLayoutVars>
          <dgm:chMax val="0"/>
          <dgm:chPref val="0"/>
        </dgm:presLayoutVars>
      </dgm:prSet>
      <dgm:spPr/>
    </dgm:pt>
    <dgm:pt modelId="{17F06BEF-D3F8-44B5-B28F-F4C1962B3BA3}" type="pres">
      <dgm:prSet presAssocID="{FDD4924D-4196-4BFC-9678-D383F8D9CB3D}" presName="sibTrans" presStyleCnt="0"/>
      <dgm:spPr/>
    </dgm:pt>
    <dgm:pt modelId="{3CAE3F91-9C33-4721-B9DF-C343CFF1B192}" type="pres">
      <dgm:prSet presAssocID="{9A740112-18B8-4095-A470-BB912A3F8BD2}" presName="compNode" presStyleCnt="0"/>
      <dgm:spPr/>
    </dgm:pt>
    <dgm:pt modelId="{ABEDD95C-CF98-4D50-A2D6-BBC7113B9E5E}" type="pres">
      <dgm:prSet presAssocID="{9A740112-18B8-4095-A470-BB912A3F8BD2}" presName="bgRect" presStyleLbl="bgShp" presStyleIdx="3" presStyleCnt="4"/>
      <dgm:spPr/>
    </dgm:pt>
    <dgm:pt modelId="{69AFC297-7F10-4AD4-8BF8-3FE3770A9D16}" type="pres">
      <dgm:prSet presAssocID="{9A740112-18B8-4095-A470-BB912A3F8BD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AE20D716-4A9D-4EC9-B5AD-D0051A69F4BF}" type="pres">
      <dgm:prSet presAssocID="{9A740112-18B8-4095-A470-BB912A3F8BD2}" presName="spaceRect" presStyleCnt="0"/>
      <dgm:spPr/>
    </dgm:pt>
    <dgm:pt modelId="{46CECBC3-EFFB-429F-A29B-0057ADF2EF87}" type="pres">
      <dgm:prSet presAssocID="{9A740112-18B8-4095-A470-BB912A3F8BD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D0D751D-C9A2-4065-BD4E-93BAD5096854}" type="presOf" srcId="{F2245E7B-E731-47C6-885F-2BE11386B549}" destId="{D927D597-C77C-4F46-99A2-66442D46D2CA}" srcOrd="0" destOrd="0" presId="urn:microsoft.com/office/officeart/2018/2/layout/IconVerticalSolidList"/>
    <dgm:cxn modelId="{35564927-9556-4B3E-A6A6-BF28028FCD66}" type="presOf" srcId="{680635A0-B5DB-4F93-9637-46932C9E3E5D}" destId="{FBFFE606-4F73-478D-9C81-62E509FA65C4}" srcOrd="0" destOrd="0" presId="urn:microsoft.com/office/officeart/2018/2/layout/IconVerticalSolidList"/>
    <dgm:cxn modelId="{7C1F9029-1DA7-4D0F-AD51-4FF16E73529C}" type="presOf" srcId="{9A740112-18B8-4095-A470-BB912A3F8BD2}" destId="{46CECBC3-EFFB-429F-A29B-0057ADF2EF87}" srcOrd="0" destOrd="0" presId="urn:microsoft.com/office/officeart/2018/2/layout/IconVerticalSolidList"/>
    <dgm:cxn modelId="{6E232752-99BB-4D51-956E-321B07F56992}" srcId="{25F56EE8-9186-4CD3-8323-E6F9C1A90E91}" destId="{9A740112-18B8-4095-A470-BB912A3F8BD2}" srcOrd="3" destOrd="0" parTransId="{0F48CA78-B9A5-4D7F-868F-6117F0FCFA3A}" sibTransId="{1B3C771C-5F40-4A9C-A0F9-4E64B5221443}"/>
    <dgm:cxn modelId="{4223A2A2-C0FF-49F5-8525-6E6AE57105A5}" srcId="{25F56EE8-9186-4CD3-8323-E6F9C1A90E91}" destId="{680635A0-B5DB-4F93-9637-46932C9E3E5D}" srcOrd="0" destOrd="0" parTransId="{3DF58D61-4C2B-436D-9A0F-5B8F444F3573}" sibTransId="{1DE58A58-CD65-488C-AFE8-4AF6C0031BB2}"/>
    <dgm:cxn modelId="{50D46BC0-248E-406C-9BEE-6CC36B5E1542}" type="presOf" srcId="{7F8CD967-1CDB-4927-B96B-07DF95009D15}" destId="{9C9E9DA2-59C4-465D-8407-4AE849226256}" srcOrd="0" destOrd="0" presId="urn:microsoft.com/office/officeart/2018/2/layout/IconVerticalSolidList"/>
    <dgm:cxn modelId="{E5FA19CD-D2E5-4AD5-B839-67228A03607D}" srcId="{25F56EE8-9186-4CD3-8323-E6F9C1A90E91}" destId="{7F8CD967-1CDB-4927-B96B-07DF95009D15}" srcOrd="2" destOrd="0" parTransId="{A9B7AE49-D1E8-4840-AD97-1E8C7E01AA83}" sibTransId="{FDD4924D-4196-4BFC-9678-D383F8D9CB3D}"/>
    <dgm:cxn modelId="{0A77A3DE-6A58-4834-BB00-1106E6411186}" srcId="{25F56EE8-9186-4CD3-8323-E6F9C1A90E91}" destId="{F2245E7B-E731-47C6-885F-2BE11386B549}" srcOrd="1" destOrd="0" parTransId="{A9550610-40DF-42D5-8FF9-66085EC644DE}" sibTransId="{B06383D4-632D-4EE8-A6E9-FF218D200956}"/>
    <dgm:cxn modelId="{FCA06CF1-C6DE-434F-8A16-D1FE5A580381}" type="presOf" srcId="{25F56EE8-9186-4CD3-8323-E6F9C1A90E91}" destId="{AFB921E2-3786-4A82-83CC-593C64D32BA6}" srcOrd="0" destOrd="0" presId="urn:microsoft.com/office/officeart/2018/2/layout/IconVerticalSolidList"/>
    <dgm:cxn modelId="{6E779985-3354-4D67-93F3-5DD0ABBC452B}" type="presParOf" srcId="{AFB921E2-3786-4A82-83CC-593C64D32BA6}" destId="{15DE6CF9-C0F5-4C17-BEA6-6ADD7D2DBB99}" srcOrd="0" destOrd="0" presId="urn:microsoft.com/office/officeart/2018/2/layout/IconVerticalSolidList"/>
    <dgm:cxn modelId="{6ACEA797-4F30-4253-A27A-D86FF11C30BB}" type="presParOf" srcId="{15DE6CF9-C0F5-4C17-BEA6-6ADD7D2DBB99}" destId="{C9C363AC-4FB7-4865-8337-9090DAD77210}" srcOrd="0" destOrd="0" presId="urn:microsoft.com/office/officeart/2018/2/layout/IconVerticalSolidList"/>
    <dgm:cxn modelId="{03798B14-5E13-4B7B-B225-D213C1D56E13}" type="presParOf" srcId="{15DE6CF9-C0F5-4C17-BEA6-6ADD7D2DBB99}" destId="{9F62416F-A3E9-4C67-86B6-68DD1A5C706F}" srcOrd="1" destOrd="0" presId="urn:microsoft.com/office/officeart/2018/2/layout/IconVerticalSolidList"/>
    <dgm:cxn modelId="{8750F88D-3B9F-4958-B95E-FF542596AD96}" type="presParOf" srcId="{15DE6CF9-C0F5-4C17-BEA6-6ADD7D2DBB99}" destId="{2952F4F1-E2A5-4441-9CA2-49BE90C67659}" srcOrd="2" destOrd="0" presId="urn:microsoft.com/office/officeart/2018/2/layout/IconVerticalSolidList"/>
    <dgm:cxn modelId="{BD08AC69-388F-4854-B70C-75FE92B77BE5}" type="presParOf" srcId="{15DE6CF9-C0F5-4C17-BEA6-6ADD7D2DBB99}" destId="{FBFFE606-4F73-478D-9C81-62E509FA65C4}" srcOrd="3" destOrd="0" presId="urn:microsoft.com/office/officeart/2018/2/layout/IconVerticalSolidList"/>
    <dgm:cxn modelId="{75A5488D-EA85-4175-8B3A-B898C312BDB5}" type="presParOf" srcId="{AFB921E2-3786-4A82-83CC-593C64D32BA6}" destId="{9751EE1E-4A0C-4504-AF66-93BCFBCA6AA1}" srcOrd="1" destOrd="0" presId="urn:microsoft.com/office/officeart/2018/2/layout/IconVerticalSolidList"/>
    <dgm:cxn modelId="{435597A9-5AB6-428E-AED2-099B1D4EEDA0}" type="presParOf" srcId="{AFB921E2-3786-4A82-83CC-593C64D32BA6}" destId="{9F069E14-7F05-4980-89F8-70053E4CCAC1}" srcOrd="2" destOrd="0" presId="urn:microsoft.com/office/officeart/2018/2/layout/IconVerticalSolidList"/>
    <dgm:cxn modelId="{AC579297-3048-45C9-92AE-1FE3B26AF7D8}" type="presParOf" srcId="{9F069E14-7F05-4980-89F8-70053E4CCAC1}" destId="{C88373FB-7902-4184-93D8-F02C220FB28D}" srcOrd="0" destOrd="0" presId="urn:microsoft.com/office/officeart/2018/2/layout/IconVerticalSolidList"/>
    <dgm:cxn modelId="{CDFEAC2D-4386-4B83-8CBB-43F151B5509D}" type="presParOf" srcId="{9F069E14-7F05-4980-89F8-70053E4CCAC1}" destId="{13FC22B4-34BB-4370-83C7-6F41614B5404}" srcOrd="1" destOrd="0" presId="urn:microsoft.com/office/officeart/2018/2/layout/IconVerticalSolidList"/>
    <dgm:cxn modelId="{873CC7EC-B7A7-4C61-8B62-868E435FADBB}" type="presParOf" srcId="{9F069E14-7F05-4980-89F8-70053E4CCAC1}" destId="{EE27D26E-D25E-40F6-AD0E-6376409ABED3}" srcOrd="2" destOrd="0" presId="urn:microsoft.com/office/officeart/2018/2/layout/IconVerticalSolidList"/>
    <dgm:cxn modelId="{2A503B1C-3717-405B-9529-92769B2939DE}" type="presParOf" srcId="{9F069E14-7F05-4980-89F8-70053E4CCAC1}" destId="{D927D597-C77C-4F46-99A2-66442D46D2CA}" srcOrd="3" destOrd="0" presId="urn:microsoft.com/office/officeart/2018/2/layout/IconVerticalSolidList"/>
    <dgm:cxn modelId="{38983540-3578-461F-97D0-E0A0943CC5F9}" type="presParOf" srcId="{AFB921E2-3786-4A82-83CC-593C64D32BA6}" destId="{6E65A25D-681B-46FB-90E2-92A780D5671B}" srcOrd="3" destOrd="0" presId="urn:microsoft.com/office/officeart/2018/2/layout/IconVerticalSolidList"/>
    <dgm:cxn modelId="{2AC2D987-7DEF-4CC0-96D3-54DE59E41488}" type="presParOf" srcId="{AFB921E2-3786-4A82-83CC-593C64D32BA6}" destId="{A9FCE539-B4A4-4A50-9BA7-5B80DD4621EC}" srcOrd="4" destOrd="0" presId="urn:microsoft.com/office/officeart/2018/2/layout/IconVerticalSolidList"/>
    <dgm:cxn modelId="{E7CFD838-6F94-40B9-9722-924AF263E272}" type="presParOf" srcId="{A9FCE539-B4A4-4A50-9BA7-5B80DD4621EC}" destId="{A75827F3-19AA-4D61-BF37-F3AB28A71FB9}" srcOrd="0" destOrd="0" presId="urn:microsoft.com/office/officeart/2018/2/layout/IconVerticalSolidList"/>
    <dgm:cxn modelId="{76EF79C9-C66D-4E77-BEDC-F313BF0A5958}" type="presParOf" srcId="{A9FCE539-B4A4-4A50-9BA7-5B80DD4621EC}" destId="{D5D684D7-B887-450A-9979-63FBDFE15FF0}" srcOrd="1" destOrd="0" presId="urn:microsoft.com/office/officeart/2018/2/layout/IconVerticalSolidList"/>
    <dgm:cxn modelId="{232823B2-CDE8-4663-92EC-F6A49874FF1D}" type="presParOf" srcId="{A9FCE539-B4A4-4A50-9BA7-5B80DD4621EC}" destId="{BFD595EE-A076-408E-8DE1-70AE657E3C0B}" srcOrd="2" destOrd="0" presId="urn:microsoft.com/office/officeart/2018/2/layout/IconVerticalSolidList"/>
    <dgm:cxn modelId="{D9E80A3B-92BA-4F0C-981C-437225F537BF}" type="presParOf" srcId="{A9FCE539-B4A4-4A50-9BA7-5B80DD4621EC}" destId="{9C9E9DA2-59C4-465D-8407-4AE849226256}" srcOrd="3" destOrd="0" presId="urn:microsoft.com/office/officeart/2018/2/layout/IconVerticalSolidList"/>
    <dgm:cxn modelId="{7E2153B5-A3F1-4005-A64D-5F5FA7DD6BA5}" type="presParOf" srcId="{AFB921E2-3786-4A82-83CC-593C64D32BA6}" destId="{17F06BEF-D3F8-44B5-B28F-F4C1962B3BA3}" srcOrd="5" destOrd="0" presId="urn:microsoft.com/office/officeart/2018/2/layout/IconVerticalSolidList"/>
    <dgm:cxn modelId="{5F890B3D-F641-43B6-8B98-B8ECC06BFB70}" type="presParOf" srcId="{AFB921E2-3786-4A82-83CC-593C64D32BA6}" destId="{3CAE3F91-9C33-4721-B9DF-C343CFF1B192}" srcOrd="6" destOrd="0" presId="urn:microsoft.com/office/officeart/2018/2/layout/IconVerticalSolidList"/>
    <dgm:cxn modelId="{541CA185-CC2C-4B5C-AA53-E09D79434C13}" type="presParOf" srcId="{3CAE3F91-9C33-4721-B9DF-C343CFF1B192}" destId="{ABEDD95C-CF98-4D50-A2D6-BBC7113B9E5E}" srcOrd="0" destOrd="0" presId="urn:microsoft.com/office/officeart/2018/2/layout/IconVerticalSolidList"/>
    <dgm:cxn modelId="{831FDEE4-90F5-4B5A-B9BF-63D5C23F75A3}" type="presParOf" srcId="{3CAE3F91-9C33-4721-B9DF-C343CFF1B192}" destId="{69AFC297-7F10-4AD4-8BF8-3FE3770A9D16}" srcOrd="1" destOrd="0" presId="urn:microsoft.com/office/officeart/2018/2/layout/IconVerticalSolidList"/>
    <dgm:cxn modelId="{ADC60847-12FF-4726-8BA5-9D8238A95F10}" type="presParOf" srcId="{3CAE3F91-9C33-4721-B9DF-C343CFF1B192}" destId="{AE20D716-4A9D-4EC9-B5AD-D0051A69F4BF}" srcOrd="2" destOrd="0" presId="urn:microsoft.com/office/officeart/2018/2/layout/IconVerticalSolidList"/>
    <dgm:cxn modelId="{F8B38A7B-56F6-4D30-84D7-AE44ACD7CA21}" type="presParOf" srcId="{3CAE3F91-9C33-4721-B9DF-C343CFF1B192}" destId="{46CECBC3-EFFB-429F-A29B-0057ADF2EF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0520E-01AC-40E1-A899-7E441077363D}">
      <dsp:nvSpPr>
        <dsp:cNvPr id="0" name=""/>
        <dsp:cNvSpPr/>
      </dsp:nvSpPr>
      <dsp:spPr>
        <a:xfrm>
          <a:off x="0" y="4520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A395CC-1EF8-4953-9108-8AA846D26843}">
      <dsp:nvSpPr>
        <dsp:cNvPr id="0" name=""/>
        <dsp:cNvSpPr/>
      </dsp:nvSpPr>
      <dsp:spPr>
        <a:xfrm>
          <a:off x="291287" y="221180"/>
          <a:ext cx="529613" cy="529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1D3A7-AFFF-4A1D-A4E2-C6E2EF621913}">
      <dsp:nvSpPr>
        <dsp:cNvPr id="0" name=""/>
        <dsp:cNvSpPr/>
      </dsp:nvSpPr>
      <dsp:spPr>
        <a:xfrm>
          <a:off x="1112187" y="4520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Least privilege: </a:t>
          </a:r>
          <a:r>
            <a:rPr lang="en-US" sz="1900" kern="1200"/>
            <a:t>Grant only necessary repo permissions.</a:t>
          </a:r>
        </a:p>
      </dsp:txBody>
      <dsp:txXfrm>
        <a:off x="1112187" y="4520"/>
        <a:ext cx="5837252" cy="962932"/>
      </dsp:txXfrm>
    </dsp:sp>
    <dsp:sp modelId="{4B08DE3B-1B8E-4BFD-9B29-C4E9A1402FC7}">
      <dsp:nvSpPr>
        <dsp:cNvPr id="0" name=""/>
        <dsp:cNvSpPr/>
      </dsp:nvSpPr>
      <dsp:spPr>
        <a:xfrm>
          <a:off x="0" y="1208186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365EE-DFBB-405C-A226-91B355130CCC}">
      <dsp:nvSpPr>
        <dsp:cNvPr id="0" name=""/>
        <dsp:cNvSpPr/>
      </dsp:nvSpPr>
      <dsp:spPr>
        <a:xfrm>
          <a:off x="291287" y="1424846"/>
          <a:ext cx="529613" cy="529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CE0AA-BF2E-49C4-9237-20C81949D85A}">
      <dsp:nvSpPr>
        <dsp:cNvPr id="0" name=""/>
        <dsp:cNvSpPr/>
      </dsp:nvSpPr>
      <dsp:spPr>
        <a:xfrm>
          <a:off x="1112187" y="1208186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Role‑based access: </a:t>
          </a:r>
          <a:r>
            <a:rPr lang="en-US" sz="1900" kern="1200"/>
            <a:t>Use groups/roles instead of ad‑hoc user rights.</a:t>
          </a:r>
        </a:p>
      </dsp:txBody>
      <dsp:txXfrm>
        <a:off x="1112187" y="1208186"/>
        <a:ext cx="5837252" cy="962932"/>
      </dsp:txXfrm>
    </dsp:sp>
    <dsp:sp modelId="{EB50DC12-0230-4A81-9E69-EFA6A47901CE}">
      <dsp:nvSpPr>
        <dsp:cNvPr id="0" name=""/>
        <dsp:cNvSpPr/>
      </dsp:nvSpPr>
      <dsp:spPr>
        <a:xfrm>
          <a:off x="0" y="2411852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31BB8-242B-4B21-BD1B-D4D678366B6F}">
      <dsp:nvSpPr>
        <dsp:cNvPr id="0" name=""/>
        <dsp:cNvSpPr/>
      </dsp:nvSpPr>
      <dsp:spPr>
        <a:xfrm>
          <a:off x="291287" y="2628512"/>
          <a:ext cx="529613" cy="529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946E0-A974-4138-B2D8-D2E35FDF65E2}">
      <dsp:nvSpPr>
        <dsp:cNvPr id="0" name=""/>
        <dsp:cNvSpPr/>
      </dsp:nvSpPr>
      <dsp:spPr>
        <a:xfrm>
          <a:off x="1112187" y="2411852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MFA required: </a:t>
          </a:r>
          <a:r>
            <a:rPr lang="en-US" sz="1900" kern="1200"/>
            <a:t>Enforce multi‑factor authentication for all contributors.</a:t>
          </a:r>
        </a:p>
      </dsp:txBody>
      <dsp:txXfrm>
        <a:off x="1112187" y="2411852"/>
        <a:ext cx="5837252" cy="962932"/>
      </dsp:txXfrm>
    </dsp:sp>
    <dsp:sp modelId="{99B5B4D3-50B6-4262-9AA3-AA4023CF6AF5}">
      <dsp:nvSpPr>
        <dsp:cNvPr id="0" name=""/>
        <dsp:cNvSpPr/>
      </dsp:nvSpPr>
      <dsp:spPr>
        <a:xfrm>
          <a:off x="0" y="3615518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91E15-CE70-4CB4-8045-CF98ED581CB3}">
      <dsp:nvSpPr>
        <dsp:cNvPr id="0" name=""/>
        <dsp:cNvSpPr/>
      </dsp:nvSpPr>
      <dsp:spPr>
        <a:xfrm>
          <a:off x="291287" y="3832178"/>
          <a:ext cx="529613" cy="5296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195B0-791C-43BC-96B3-3918C2841260}">
      <dsp:nvSpPr>
        <dsp:cNvPr id="0" name=""/>
        <dsp:cNvSpPr/>
      </dsp:nvSpPr>
      <dsp:spPr>
        <a:xfrm>
          <a:off x="1112187" y="3615518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Branch protection: </a:t>
          </a:r>
          <a:r>
            <a:rPr lang="en-US" sz="1900" kern="1200"/>
            <a:t>Require reviews and status checks before merging.</a:t>
          </a:r>
        </a:p>
      </dsp:txBody>
      <dsp:txXfrm>
        <a:off x="1112187" y="3615518"/>
        <a:ext cx="5837252" cy="962932"/>
      </dsp:txXfrm>
    </dsp:sp>
    <dsp:sp modelId="{5B612712-1762-4889-9BFE-8B908B4BEDC3}">
      <dsp:nvSpPr>
        <dsp:cNvPr id="0" name=""/>
        <dsp:cNvSpPr/>
      </dsp:nvSpPr>
      <dsp:spPr>
        <a:xfrm>
          <a:off x="0" y="4819184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57BBC0-CF35-4A94-AFDE-E24646E2E751}">
      <dsp:nvSpPr>
        <dsp:cNvPr id="0" name=""/>
        <dsp:cNvSpPr/>
      </dsp:nvSpPr>
      <dsp:spPr>
        <a:xfrm>
          <a:off x="291287" y="5035844"/>
          <a:ext cx="529613" cy="52961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A01C2B-554D-4369-9121-B20A97EA245E}">
      <dsp:nvSpPr>
        <dsp:cNvPr id="0" name=""/>
        <dsp:cNvSpPr/>
      </dsp:nvSpPr>
      <dsp:spPr>
        <a:xfrm>
          <a:off x="1112187" y="4819184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SSO integration: </a:t>
          </a:r>
          <a:r>
            <a:rPr lang="en-US" sz="1900" kern="1200"/>
            <a:t>Centralize identity and access management.</a:t>
          </a:r>
        </a:p>
      </dsp:txBody>
      <dsp:txXfrm>
        <a:off x="1112187" y="4819184"/>
        <a:ext cx="5837252" cy="962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7A142-E438-4840-9CD4-BCF82A269AEA}">
      <dsp:nvSpPr>
        <dsp:cNvPr id="0" name=""/>
        <dsp:cNvSpPr/>
      </dsp:nvSpPr>
      <dsp:spPr>
        <a:xfrm>
          <a:off x="0" y="3399"/>
          <a:ext cx="5181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6A1FF-C873-461C-8BDF-FA26CE2D7D67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57477-6673-4B4A-A49D-2C748FC3C4E9}">
      <dsp:nvSpPr>
        <dsp:cNvPr id="0" name=""/>
        <dsp:cNvSpPr/>
      </dsp:nvSpPr>
      <dsp:spPr>
        <a:xfrm>
          <a:off x="836323" y="3399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</a:t>
          </a:r>
        </a:p>
      </dsp:txBody>
      <dsp:txXfrm>
        <a:off x="836323" y="3399"/>
        <a:ext cx="4345276" cy="724089"/>
      </dsp:txXfrm>
    </dsp:sp>
    <dsp:sp modelId="{2A87ACD8-1FAA-4FEC-BE06-E2AAE24AEECE}">
      <dsp:nvSpPr>
        <dsp:cNvPr id="0" name=""/>
        <dsp:cNvSpPr/>
      </dsp:nvSpPr>
      <dsp:spPr>
        <a:xfrm>
          <a:off x="0" y="908511"/>
          <a:ext cx="5181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A659EE-F430-4206-9419-0AFA51F68D85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F11C5-83B0-438E-9EE6-B7D3F25F0B66}">
      <dsp:nvSpPr>
        <dsp:cNvPr id="0" name=""/>
        <dsp:cNvSpPr/>
      </dsp:nvSpPr>
      <dsp:spPr>
        <a:xfrm>
          <a:off x="836323" y="908511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Pull Request</a:t>
          </a:r>
        </a:p>
      </dsp:txBody>
      <dsp:txXfrm>
        <a:off x="836323" y="908511"/>
        <a:ext cx="4345276" cy="724089"/>
      </dsp:txXfrm>
    </dsp:sp>
    <dsp:sp modelId="{0A47B873-74DB-4374-BB04-06395A09F5BB}">
      <dsp:nvSpPr>
        <dsp:cNvPr id="0" name=""/>
        <dsp:cNvSpPr/>
      </dsp:nvSpPr>
      <dsp:spPr>
        <a:xfrm>
          <a:off x="0" y="1813624"/>
          <a:ext cx="5181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592B85-770A-4DFA-8DA3-360FE06097BC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2CDC2-07F3-4832-A43C-525601E79769}">
      <dsp:nvSpPr>
        <dsp:cNvPr id="0" name=""/>
        <dsp:cNvSpPr/>
      </dsp:nvSpPr>
      <dsp:spPr>
        <a:xfrm>
          <a:off x="836323" y="1813624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Scans</a:t>
          </a:r>
        </a:p>
      </dsp:txBody>
      <dsp:txXfrm>
        <a:off x="836323" y="1813624"/>
        <a:ext cx="4345276" cy="724089"/>
      </dsp:txXfrm>
    </dsp:sp>
    <dsp:sp modelId="{8D1AB92D-102E-47DE-ABEE-47C293D0ECE7}">
      <dsp:nvSpPr>
        <dsp:cNvPr id="0" name=""/>
        <dsp:cNvSpPr/>
      </dsp:nvSpPr>
      <dsp:spPr>
        <a:xfrm>
          <a:off x="0" y="2718736"/>
          <a:ext cx="5181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36BDB-A93A-4870-805B-2508D61CE44E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C64BF-F601-475D-B829-269658EA795B}">
      <dsp:nvSpPr>
        <dsp:cNvPr id="0" name=""/>
        <dsp:cNvSpPr/>
      </dsp:nvSpPr>
      <dsp:spPr>
        <a:xfrm>
          <a:off x="836323" y="2718736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Review</a:t>
          </a:r>
        </a:p>
      </dsp:txBody>
      <dsp:txXfrm>
        <a:off x="836323" y="2718736"/>
        <a:ext cx="4345276" cy="724089"/>
      </dsp:txXfrm>
    </dsp:sp>
    <dsp:sp modelId="{51F59988-33E5-4A04-A6F1-CC5CD4DA5B1B}">
      <dsp:nvSpPr>
        <dsp:cNvPr id="0" name=""/>
        <dsp:cNvSpPr/>
      </dsp:nvSpPr>
      <dsp:spPr>
        <a:xfrm>
          <a:off x="0" y="3623848"/>
          <a:ext cx="5181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78A503-41F6-4036-B0FB-D9DC763D6AE8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FF4DF4-D9A0-44CE-8EB1-300441B966DF}">
      <dsp:nvSpPr>
        <dsp:cNvPr id="0" name=""/>
        <dsp:cNvSpPr/>
      </dsp:nvSpPr>
      <dsp:spPr>
        <a:xfrm>
          <a:off x="836323" y="3623848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Merge</a:t>
          </a:r>
        </a:p>
      </dsp:txBody>
      <dsp:txXfrm>
        <a:off x="836323" y="3623848"/>
        <a:ext cx="4345276" cy="724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2B336-BA54-4495-87F0-ADBD56F52F04}">
      <dsp:nvSpPr>
        <dsp:cNvPr id="0" name=""/>
        <dsp:cNvSpPr/>
      </dsp:nvSpPr>
      <dsp:spPr>
        <a:xfrm>
          <a:off x="1507240" y="2200"/>
          <a:ext cx="6028962" cy="113981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Disable unused features: Wikis, issues, forking, or actions if not needed.</a:t>
          </a:r>
        </a:p>
      </dsp:txBody>
      <dsp:txXfrm>
        <a:off x="1507240" y="2200"/>
        <a:ext cx="6028962" cy="1139811"/>
      </dsp:txXfrm>
    </dsp:sp>
    <dsp:sp modelId="{47BD8598-D6D4-469C-95B2-93CFDF2CF6EA}">
      <dsp:nvSpPr>
        <dsp:cNvPr id="0" name=""/>
        <dsp:cNvSpPr/>
      </dsp:nvSpPr>
      <dsp:spPr>
        <a:xfrm>
          <a:off x="0" y="2200"/>
          <a:ext cx="1507240" cy="11398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Disable</a:t>
          </a:r>
        </a:p>
      </dsp:txBody>
      <dsp:txXfrm>
        <a:off x="0" y="2200"/>
        <a:ext cx="1507240" cy="1139811"/>
      </dsp:txXfrm>
    </dsp:sp>
    <dsp:sp modelId="{6A3470EC-DB81-447B-A9C9-76ED371ACC7E}">
      <dsp:nvSpPr>
        <dsp:cNvPr id="0" name=""/>
        <dsp:cNvSpPr/>
      </dsp:nvSpPr>
      <dsp:spPr>
        <a:xfrm>
          <a:off x="1507240" y="1210400"/>
          <a:ext cx="6028962" cy="1139811"/>
        </a:xfrm>
        <a:prstGeom prst="rect">
          <a:avLst/>
        </a:prstGeom>
        <a:solidFill>
          <a:schemeClr val="accent5">
            <a:tint val="40000"/>
            <a:alpha val="90000"/>
            <a:hueOff val="2968394"/>
            <a:satOff val="-2748"/>
            <a:lumOff val="-39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968394"/>
              <a:satOff val="-2748"/>
              <a:lumOff val="-3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Signed commits/tags: Require verified identities for changes.</a:t>
          </a:r>
        </a:p>
      </dsp:txBody>
      <dsp:txXfrm>
        <a:off x="1507240" y="1210400"/>
        <a:ext cx="6028962" cy="1139811"/>
      </dsp:txXfrm>
    </dsp:sp>
    <dsp:sp modelId="{64C913DF-65CA-4C51-A62C-20C73840D1EE}">
      <dsp:nvSpPr>
        <dsp:cNvPr id="0" name=""/>
        <dsp:cNvSpPr/>
      </dsp:nvSpPr>
      <dsp:spPr>
        <a:xfrm>
          <a:off x="0" y="1210400"/>
          <a:ext cx="1507240" cy="1139811"/>
        </a:xfrm>
        <a:prstGeom prst="rect">
          <a:avLst/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accent5">
              <a:hueOff val="3038109"/>
              <a:satOff val="-1368"/>
              <a:lumOff val="-16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Require</a:t>
          </a:r>
        </a:p>
      </dsp:txBody>
      <dsp:txXfrm>
        <a:off x="0" y="1210400"/>
        <a:ext cx="1507240" cy="1139811"/>
      </dsp:txXfrm>
    </dsp:sp>
    <dsp:sp modelId="{A31973F7-E496-4C8F-A234-F658E781D250}">
      <dsp:nvSpPr>
        <dsp:cNvPr id="0" name=""/>
        <dsp:cNvSpPr/>
      </dsp:nvSpPr>
      <dsp:spPr>
        <a:xfrm>
          <a:off x="1507240" y="2418601"/>
          <a:ext cx="6028962" cy="1139811"/>
        </a:xfrm>
        <a:prstGeom prst="rect">
          <a:avLst/>
        </a:prstGeom>
        <a:solidFill>
          <a:schemeClr val="accent5">
            <a:tint val="40000"/>
            <a:alpha val="90000"/>
            <a:hueOff val="5936787"/>
            <a:satOff val="-5496"/>
            <a:lumOff val="-79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5936787"/>
              <a:satOff val="-5496"/>
              <a:lumOff val="-7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Audit logging: Enable and retain logs for repo events.</a:t>
          </a:r>
        </a:p>
      </dsp:txBody>
      <dsp:txXfrm>
        <a:off x="1507240" y="2418601"/>
        <a:ext cx="6028962" cy="1139811"/>
      </dsp:txXfrm>
    </dsp:sp>
    <dsp:sp modelId="{F4356BC6-5ADE-4985-B2C7-AA959B1C0196}">
      <dsp:nvSpPr>
        <dsp:cNvPr id="0" name=""/>
        <dsp:cNvSpPr/>
      </dsp:nvSpPr>
      <dsp:spPr>
        <a:xfrm>
          <a:off x="0" y="2418601"/>
          <a:ext cx="1507240" cy="1139811"/>
        </a:xfrm>
        <a:prstGeom prst="rect">
          <a:avLst/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accent5">
              <a:hueOff val="6076219"/>
              <a:satOff val="-2736"/>
              <a:lumOff val="-33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Logging</a:t>
          </a:r>
        </a:p>
      </dsp:txBody>
      <dsp:txXfrm>
        <a:off x="0" y="2418601"/>
        <a:ext cx="1507240" cy="1139811"/>
      </dsp:txXfrm>
    </dsp:sp>
    <dsp:sp modelId="{D88F1012-5BD8-4EC0-BA80-DC1D184625D8}">
      <dsp:nvSpPr>
        <dsp:cNvPr id="0" name=""/>
        <dsp:cNvSpPr/>
      </dsp:nvSpPr>
      <dsp:spPr>
        <a:xfrm>
          <a:off x="1507240" y="3626801"/>
          <a:ext cx="6028962" cy="1139811"/>
        </a:xfrm>
        <a:prstGeom prst="rect">
          <a:avLst/>
        </a:prstGeom>
        <a:solidFill>
          <a:schemeClr val="accent5">
            <a:tint val="40000"/>
            <a:alpha val="90000"/>
            <a:hueOff val="8905181"/>
            <a:satOff val="-8244"/>
            <a:lumOff val="-118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8905181"/>
              <a:satOff val="-8244"/>
              <a:lumOff val="-11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Protected CI/CD environments: Restrict who can modify pipelines.</a:t>
          </a:r>
        </a:p>
      </dsp:txBody>
      <dsp:txXfrm>
        <a:off x="1507240" y="3626801"/>
        <a:ext cx="6028962" cy="1139811"/>
      </dsp:txXfrm>
    </dsp:sp>
    <dsp:sp modelId="{D9F080A1-A3AF-4502-9120-507EBF4064B4}">
      <dsp:nvSpPr>
        <dsp:cNvPr id="0" name=""/>
        <dsp:cNvSpPr/>
      </dsp:nvSpPr>
      <dsp:spPr>
        <a:xfrm>
          <a:off x="0" y="3626801"/>
          <a:ext cx="1507240" cy="1139811"/>
        </a:xfrm>
        <a:prstGeom prst="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accent5">
              <a:hueOff val="9114327"/>
              <a:satOff val="-4104"/>
              <a:lumOff val="-50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Restrict</a:t>
          </a:r>
        </a:p>
      </dsp:txBody>
      <dsp:txXfrm>
        <a:off x="0" y="3626801"/>
        <a:ext cx="1507240" cy="11398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F0BA07-A8A0-4405-ABF5-7C9750C96B57}">
      <dsp:nvSpPr>
        <dsp:cNvPr id="0" name=""/>
        <dsp:cNvSpPr/>
      </dsp:nvSpPr>
      <dsp:spPr>
        <a:xfrm>
          <a:off x="2404876" y="210423"/>
          <a:ext cx="1074770" cy="107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Detect</a:t>
          </a:r>
        </a:p>
      </dsp:txBody>
      <dsp:txXfrm>
        <a:off x="2404876" y="210423"/>
        <a:ext cx="1074770" cy="1074770"/>
      </dsp:txXfrm>
    </dsp:sp>
    <dsp:sp modelId="{C5A371A3-025C-4946-BE56-B99C11BFC524}">
      <dsp:nvSpPr>
        <dsp:cNvPr id="0" name=""/>
        <dsp:cNvSpPr/>
      </dsp:nvSpPr>
      <dsp:spPr>
        <a:xfrm>
          <a:off x="766984" y="-1263"/>
          <a:ext cx="2542199" cy="2542199"/>
        </a:xfrm>
        <a:prstGeom prst="circularArrow">
          <a:avLst>
            <a:gd name="adj1" fmla="val 8244"/>
            <a:gd name="adj2" fmla="val 575742"/>
            <a:gd name="adj3" fmla="val 2965573"/>
            <a:gd name="adj4" fmla="val 50572"/>
            <a:gd name="adj5" fmla="val 961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BC147-8999-47CD-AC30-0F0C581C84BF}">
      <dsp:nvSpPr>
        <dsp:cNvPr id="0" name=""/>
        <dsp:cNvSpPr/>
      </dsp:nvSpPr>
      <dsp:spPr>
        <a:xfrm>
          <a:off x="1500698" y="1776505"/>
          <a:ext cx="1074770" cy="107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Respond</a:t>
          </a:r>
        </a:p>
      </dsp:txBody>
      <dsp:txXfrm>
        <a:off x="1500698" y="1776505"/>
        <a:ext cx="1074770" cy="1074770"/>
      </dsp:txXfrm>
    </dsp:sp>
    <dsp:sp modelId="{C702DC4C-5446-42D8-89B7-A09D1FE494C1}">
      <dsp:nvSpPr>
        <dsp:cNvPr id="0" name=""/>
        <dsp:cNvSpPr/>
      </dsp:nvSpPr>
      <dsp:spPr>
        <a:xfrm>
          <a:off x="766984" y="-1263"/>
          <a:ext cx="2542199" cy="2542199"/>
        </a:xfrm>
        <a:prstGeom prst="circularArrow">
          <a:avLst>
            <a:gd name="adj1" fmla="val 8244"/>
            <a:gd name="adj2" fmla="val 575742"/>
            <a:gd name="adj3" fmla="val 10173686"/>
            <a:gd name="adj4" fmla="val 7258685"/>
            <a:gd name="adj5" fmla="val 961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1193A-CA6D-4000-B588-F72454D6EFF2}">
      <dsp:nvSpPr>
        <dsp:cNvPr id="0" name=""/>
        <dsp:cNvSpPr/>
      </dsp:nvSpPr>
      <dsp:spPr>
        <a:xfrm>
          <a:off x="596520" y="210423"/>
          <a:ext cx="1074770" cy="107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Improve</a:t>
          </a:r>
        </a:p>
      </dsp:txBody>
      <dsp:txXfrm>
        <a:off x="596520" y="210423"/>
        <a:ext cx="1074770" cy="1074770"/>
      </dsp:txXfrm>
    </dsp:sp>
    <dsp:sp modelId="{8DE836C5-CE7F-445B-B323-F9886CEC9ADB}">
      <dsp:nvSpPr>
        <dsp:cNvPr id="0" name=""/>
        <dsp:cNvSpPr/>
      </dsp:nvSpPr>
      <dsp:spPr>
        <a:xfrm>
          <a:off x="766984" y="-1263"/>
          <a:ext cx="2542199" cy="2542199"/>
        </a:xfrm>
        <a:prstGeom prst="circularArrow">
          <a:avLst>
            <a:gd name="adj1" fmla="val 8244"/>
            <a:gd name="adj2" fmla="val 575742"/>
            <a:gd name="adj3" fmla="val 16858325"/>
            <a:gd name="adj4" fmla="val 14965933"/>
            <a:gd name="adj5" fmla="val 961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363AC-4FB7-4865-8337-9090DAD77210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62416F-A3E9-4C67-86B6-68DD1A5C706F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FE606-4F73-478D-9C81-62E509FA65C4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Secure access: </a:t>
          </a:r>
          <a:r>
            <a:rPr lang="en-US" sz="2200" kern="1200"/>
            <a:t>Enforce least privilege, MFA, and SSO.</a:t>
          </a:r>
        </a:p>
      </dsp:txBody>
      <dsp:txXfrm>
        <a:off x="1405898" y="2401"/>
        <a:ext cx="5543541" cy="1217228"/>
      </dsp:txXfrm>
    </dsp:sp>
    <dsp:sp modelId="{C88373FB-7902-4184-93D8-F02C220FB28D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FC22B4-34BB-4370-83C7-6F41614B5404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7D597-C77C-4F46-99A2-66442D46D2CA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Protect secrets: </a:t>
          </a:r>
          <a:r>
            <a:rPr lang="en-US" sz="2200" kern="1200"/>
            <a:t>Use vaults and automated secret scanning.</a:t>
          </a:r>
        </a:p>
      </dsp:txBody>
      <dsp:txXfrm>
        <a:off x="1405898" y="1523937"/>
        <a:ext cx="5543541" cy="1217228"/>
      </dsp:txXfrm>
    </dsp:sp>
    <dsp:sp modelId="{A75827F3-19AA-4D61-BF37-F3AB28A71FB9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D684D7-B887-450A-9979-63FBDFE15FF0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E9DA2-59C4-465D-8407-4AE849226256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Harden workflows: </a:t>
          </a:r>
          <a:r>
            <a:rPr lang="en-US" sz="2200" kern="1200"/>
            <a:t>Branch protection, reviews, and secure CI/CD.</a:t>
          </a:r>
        </a:p>
      </dsp:txBody>
      <dsp:txXfrm>
        <a:off x="1405898" y="3045472"/>
        <a:ext cx="5543541" cy="1217228"/>
      </dsp:txXfrm>
    </dsp:sp>
    <dsp:sp modelId="{ABEDD95C-CF98-4D50-A2D6-BBC7113B9E5E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FC297-7F10-4AD4-8BF8-3FE3770A9D16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ECBC3-EFFB-429F-A29B-0057ADF2EF87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Monitor continuously: </a:t>
          </a:r>
          <a:r>
            <a:rPr lang="en-US" sz="2200" kern="1200"/>
            <a:t>Scanning, logging, and incident playbooks.</a:t>
          </a:r>
        </a:p>
      </dsp:txBody>
      <dsp:txXfrm>
        <a:off x="1405898" y="4567007"/>
        <a:ext cx="5543541" cy="1217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7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6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8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5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18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38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1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57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2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47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43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masfreiburgerlaw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hyperlink" Target="https://openclipart.org/detail/48349/warning-sign-by-palomaironique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vgsilh.com/image/2120014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77872E-B8FC-0D20-4DA0-2F5AAFF35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8534" y="603504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 Controls in Shared Source Code Repositories</a:t>
            </a:r>
            <a:b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3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Padlock on computer motherboard">
            <a:extLst>
              <a:ext uri="{FF2B5EF4-FFF2-40B4-BE49-F238E27FC236}">
                <a16:creationId xmlns:a16="http://schemas.microsoft.com/office/drawing/2014/main" id="{E79D1143-915A-E3E2-13D7-CD02F05B39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26" r="37780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FE1A61DC-A184-D517-9480-28E076CC4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By: Paul Fralix</a:t>
            </a: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CSD 380 </a:t>
            </a: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Assignment 11.2</a:t>
            </a: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03/06/2026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32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6FF7F22-75AD-6E9A-9CD3-198DAE4BF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9045E-9CDB-D9AD-F44E-4A10959E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429001"/>
            <a:ext cx="4014216" cy="27945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Securing Repositories Matters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018D00-E21B-753A-09A9-5602F740B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1811" r="-2" b="19121"/>
          <a:stretch>
            <a:fillRect/>
          </a:stretch>
        </p:blipFill>
        <p:spPr>
          <a:xfrm>
            <a:off x="-4799" y="-1"/>
            <a:ext cx="4039666" cy="2790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911483-6D94-2BE8-5255-2257EA008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6867" r="3" b="3"/>
          <a:stretch>
            <a:fillRect/>
          </a:stretch>
        </p:blipFill>
        <p:spPr>
          <a:xfrm>
            <a:off x="4086100" y="-1"/>
            <a:ext cx="4031477" cy="2790091"/>
          </a:xfrm>
          <a:prstGeom prst="rect">
            <a:avLst/>
          </a:prstGeom>
        </p:spPr>
      </p:pic>
      <p:pic>
        <p:nvPicPr>
          <p:cNvPr id="14" name="Content Placeholder 13" descr="Device and padlock">
            <a:extLst>
              <a:ext uri="{FF2B5EF4-FFF2-40B4-BE49-F238E27FC236}">
                <a16:creationId xmlns:a16="http://schemas.microsoft.com/office/drawing/2014/main" id="{341DF3CF-6285-7451-8F0E-25065341A9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6" r="13295" b="-3"/>
          <a:stretch>
            <a:fillRect/>
          </a:stretch>
        </p:blipFill>
        <p:spPr>
          <a:xfrm>
            <a:off x="8168816" y="10"/>
            <a:ext cx="4031477" cy="27900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BFF56-1FBF-6E89-A131-AE557BE10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50408" y="3429000"/>
            <a:ext cx="6190488" cy="3027746"/>
          </a:xfrm>
        </p:spPr>
        <p:txBody>
          <a:bodyPr vert="horz" lIns="91440" tIns="45720" rIns="91440" bIns="45720" rtlCol="0">
            <a:normAutofit/>
          </a:bodyPr>
          <a:lstStyle/>
          <a:p>
            <a:pPr lv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/>
              <a:t>High‑value target:</a:t>
            </a:r>
            <a:r>
              <a:rPr lang="en-US" altLang="en-US" sz="1800"/>
              <a:t> Source code is a high‑value target containing intellectual property, API keys, credentials, and system logic.</a:t>
            </a:r>
          </a:p>
          <a:p>
            <a:pPr lv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/>
              <a:t> </a:t>
            </a:r>
            <a:r>
              <a:rPr lang="en-US" altLang="en-US" sz="1800" b="1"/>
              <a:t>Impact of compromise:</a:t>
            </a:r>
            <a:r>
              <a:rPr lang="en-US" altLang="en-US" sz="1800"/>
              <a:t> Breaches enable attackers to exfiltrate data, inject malicious code, or move laterally across systems.</a:t>
            </a:r>
          </a:p>
          <a:p>
            <a:pPr lv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/>
              <a:t>Secrets exposure:</a:t>
            </a:r>
            <a:r>
              <a:rPr lang="en-US" altLang="en-US" sz="1800"/>
              <a:t> 85% of organizations have plaintext secrets in repositories, making them soft targets.</a:t>
            </a:r>
          </a:p>
          <a:p>
            <a:pPr>
              <a:lnSpc>
                <a:spcPct val="110000"/>
              </a:lnSpc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3409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6C4E-96F0-167C-3F9A-BF7D5790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Threats to Source Code 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2D196-FA7E-F498-729E-8D58368F95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Exposed secrets: </a:t>
            </a:r>
            <a:r>
              <a:rPr lang="en-US" dirty="0"/>
              <a:t>Tokens, passwords, API keys in code.</a:t>
            </a:r>
          </a:p>
          <a:p>
            <a:r>
              <a:rPr lang="en-US" b="1" dirty="0"/>
              <a:t> Unauthorized access: </a:t>
            </a:r>
            <a:r>
              <a:rPr lang="en-US" dirty="0"/>
              <a:t>Weak auth, shared accounts, poor offboarding.</a:t>
            </a:r>
          </a:p>
          <a:p>
            <a:r>
              <a:rPr lang="en-US" dirty="0"/>
              <a:t> </a:t>
            </a:r>
            <a:r>
              <a:rPr lang="en-US" b="1" dirty="0"/>
              <a:t>Malicious code injection: </a:t>
            </a:r>
            <a:r>
              <a:rPr lang="en-US" dirty="0"/>
              <a:t>Supply chain attacks via pull requests or dependencies.</a:t>
            </a:r>
          </a:p>
          <a:p>
            <a:r>
              <a:rPr lang="en-US" b="1" dirty="0"/>
              <a:t>Misconfigurations: </a:t>
            </a:r>
            <a:r>
              <a:rPr lang="en-US" dirty="0"/>
              <a:t>Public repos or overly permissive settings</a:t>
            </a:r>
          </a:p>
          <a:p>
            <a:endParaRPr lang="en-US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8FE5F216-00C8-1AB5-EAE3-988CB71B89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172200" y="2002417"/>
            <a:ext cx="5181600" cy="3997754"/>
          </a:xfrm>
        </p:spPr>
      </p:pic>
    </p:spTree>
    <p:extLst>
      <p:ext uri="{BB962C8B-B14F-4D97-AF65-F5344CB8AC3E}">
        <p14:creationId xmlns:p14="http://schemas.microsoft.com/office/powerpoint/2010/main" val="127925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48F79-1F49-4B11-271B-8AB420A8A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Access control best practices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E384163-6B69-7DDC-F2B3-122EC7436A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217606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5290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433B8-CCE1-3605-A0D9-F43B5CD0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Secrets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B828-7E13-BE7C-CA69-F2EEBAD99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US" sz="1800" dirty="0"/>
              <a:t> </a:t>
            </a:r>
            <a:r>
              <a:rPr lang="en-US" sz="1800" b="1" dirty="0"/>
              <a:t>No secrets in code: </a:t>
            </a:r>
            <a:r>
              <a:rPr lang="en-US" sz="1800" dirty="0"/>
              <a:t>Prohibit hard‑coded credentials.</a:t>
            </a:r>
          </a:p>
          <a:p>
            <a:r>
              <a:rPr lang="en-US" sz="1800" dirty="0"/>
              <a:t> </a:t>
            </a:r>
            <a:r>
              <a:rPr lang="en-US" sz="1800" b="1" dirty="0"/>
              <a:t>Automated secret scanning: </a:t>
            </a:r>
            <a:r>
              <a:rPr lang="en-US" sz="1800" dirty="0"/>
              <a:t>Use tools (e.g., </a:t>
            </a:r>
            <a:r>
              <a:rPr lang="en-US" sz="1800" dirty="0" err="1"/>
              <a:t>Snyk</a:t>
            </a:r>
            <a:r>
              <a:rPr lang="en-US" sz="1800" dirty="0"/>
              <a:t>, GitHub secret scanning).</a:t>
            </a:r>
          </a:p>
          <a:p>
            <a:r>
              <a:rPr lang="en-US" sz="1800" dirty="0"/>
              <a:t> </a:t>
            </a:r>
            <a:r>
              <a:rPr lang="en-US" sz="1800" b="1" dirty="0"/>
              <a:t>Immediate rotation: </a:t>
            </a:r>
            <a:r>
              <a:rPr lang="en-US" sz="1800" dirty="0"/>
              <a:t>Revoke and rotate any exposed secret.</a:t>
            </a:r>
          </a:p>
          <a:p>
            <a:r>
              <a:rPr lang="en-US" sz="1800" dirty="0"/>
              <a:t> </a:t>
            </a:r>
            <a:r>
              <a:rPr lang="en-US" sz="1800" b="1" dirty="0"/>
              <a:t>Use secret vaults: </a:t>
            </a:r>
            <a:r>
              <a:rPr lang="en-US" sz="1800" dirty="0"/>
              <a:t>AWS Secrets Manager, Azure Key Vault, </a:t>
            </a:r>
            <a:r>
              <a:rPr lang="en-US" sz="1800" dirty="0" err="1"/>
              <a:t>HashiCorp</a:t>
            </a:r>
            <a:r>
              <a:rPr lang="en-US" sz="1800" dirty="0"/>
              <a:t> Vault, etc.</a:t>
            </a:r>
          </a:p>
          <a:p>
            <a:endParaRPr lang="en-US" sz="1800" dirty="0"/>
          </a:p>
        </p:txBody>
      </p:sp>
      <p:pic>
        <p:nvPicPr>
          <p:cNvPr id="12" name="Picture 11" descr="Padlock on computer motherboard">
            <a:extLst>
              <a:ext uri="{FF2B5EF4-FFF2-40B4-BE49-F238E27FC236}">
                <a16:creationId xmlns:a16="http://schemas.microsoft.com/office/drawing/2014/main" id="{73A90A3C-E36D-1D50-CB45-735E03FF61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38" r="38091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7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F979-2DF1-7F49-51DE-D0D44660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development and review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28CE-7969-AA64-2DED-2B6371F4B8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Pull request reviews: </a:t>
            </a:r>
            <a:r>
              <a:rPr lang="en-US" dirty="0"/>
              <a:t>Enforce peer review and code‑owner approvals.</a:t>
            </a:r>
          </a:p>
          <a:p>
            <a:r>
              <a:rPr lang="en-US" b="1" dirty="0"/>
              <a:t>SAST &amp; dependency scanning: </a:t>
            </a:r>
            <a:r>
              <a:rPr lang="en-US" dirty="0"/>
              <a:t>Integrate into CI pipelines.</a:t>
            </a:r>
          </a:p>
          <a:p>
            <a:r>
              <a:rPr lang="en-US" b="1" dirty="0"/>
              <a:t>Coding standards: </a:t>
            </a:r>
            <a:r>
              <a:rPr lang="en-US" dirty="0"/>
              <a:t>Consistent patterns that avoid insecure practices.</a:t>
            </a:r>
          </a:p>
          <a:p>
            <a:r>
              <a:rPr lang="en-US" b="1" dirty="0"/>
              <a:t>Clean history: </a:t>
            </a:r>
            <a:r>
              <a:rPr lang="en-US" dirty="0"/>
              <a:t>Avoid committing sensitive files; use .</a:t>
            </a:r>
            <a:r>
              <a:rPr lang="en-US" dirty="0" err="1"/>
              <a:t>gitignore</a:t>
            </a:r>
            <a:r>
              <a:rPr lang="en-US" dirty="0"/>
              <a:t> effectively</a:t>
            </a:r>
          </a:p>
          <a:p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1A5682A-5203-BA31-38F2-B88768AE025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6019384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13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7FCDA-929C-7A3C-D271-B8298E8F4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US" sz="3200"/>
              <a:t>Repository configuration and hardening</a:t>
            </a:r>
            <a:endParaRPr lang="en-US"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ED51E0-DFF9-C2D2-C646-CB4ED1B40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79494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3280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DD43A-8FAB-63CD-3331-4BDBEB30F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39"/>
            <a:ext cx="3977640" cy="5719640"/>
          </a:xfrm>
        </p:spPr>
        <p:txBody>
          <a:bodyPr anchor="t">
            <a:normAutofit/>
          </a:bodyPr>
          <a:lstStyle/>
          <a:p>
            <a:r>
              <a:rPr lang="en-US"/>
              <a:t>Monitoring and incident response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65B8266-E603-3A62-A9B9-CFA06DDF3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7542" y="548639"/>
            <a:ext cx="6189780" cy="3748058"/>
          </a:xfrm>
        </p:spPr>
        <p:txBody>
          <a:bodyPr anchor="t">
            <a:normAutofit/>
          </a:bodyPr>
          <a:lstStyle/>
          <a:p>
            <a:r>
              <a:rPr lang="en-US" dirty="0"/>
              <a:t>Continuous scanning: Vulnerabilities, secrets, misconfigurations.</a:t>
            </a:r>
          </a:p>
          <a:p>
            <a:r>
              <a:rPr lang="en-US" dirty="0"/>
              <a:t>Alerting: Notify on suspicious access or unusual commit patterns.</a:t>
            </a:r>
          </a:p>
          <a:p>
            <a:r>
              <a:rPr lang="en-US" dirty="0"/>
              <a:t>Playbooks: Documented steps for responding to repo breaches.</a:t>
            </a:r>
          </a:p>
          <a:p>
            <a:r>
              <a:rPr lang="en-US" dirty="0"/>
              <a:t>Post‑incident review: Lessons learned and control improvements.</a:t>
            </a:r>
          </a:p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804E0B5-F792-1EC2-6944-92030F4105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5313210"/>
              </p:ext>
            </p:extLst>
          </p:nvPr>
        </p:nvGraphicFramePr>
        <p:xfrm>
          <a:off x="259858" y="3293806"/>
          <a:ext cx="4076168" cy="2851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250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79A6B-8F77-88B9-A0DB-DA1F7526D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Tools supporting repository security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54E13DA-D1E2-0019-2BD7-B7585B3234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2023918"/>
              </p:ext>
            </p:extLst>
          </p:nvPr>
        </p:nvGraphicFramePr>
        <p:xfrm>
          <a:off x="921949" y="1881051"/>
          <a:ext cx="10326436" cy="482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765">
                  <a:extLst>
                    <a:ext uri="{9D8B030D-6E8A-4147-A177-3AD203B41FA5}">
                      <a16:colId xmlns:a16="http://schemas.microsoft.com/office/drawing/2014/main" val="2592395294"/>
                    </a:ext>
                  </a:extLst>
                </a:gridCol>
                <a:gridCol w="7396671">
                  <a:extLst>
                    <a:ext uri="{9D8B030D-6E8A-4147-A177-3AD203B41FA5}">
                      <a16:colId xmlns:a16="http://schemas.microsoft.com/office/drawing/2014/main" val="1200507297"/>
                    </a:ext>
                  </a:extLst>
                </a:gridCol>
              </a:tblGrid>
              <a:tr h="693685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Tool</a:t>
                      </a:r>
                    </a:p>
                  </a:txBody>
                  <a:tcPr marL="157655" marR="157655" marT="78828" marB="788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Primary Capabilities</a:t>
                      </a:r>
                    </a:p>
                  </a:txBody>
                  <a:tcPr marL="157655" marR="157655" marT="78828" marB="78828"/>
                </a:tc>
                <a:extLst>
                  <a:ext uri="{0D108BD9-81ED-4DB2-BD59-A6C34878D82A}">
                    <a16:rowId xmlns:a16="http://schemas.microsoft.com/office/drawing/2014/main" val="4172603529"/>
                  </a:ext>
                </a:extLst>
              </a:tr>
              <a:tr h="1166651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Snyk</a:t>
                      </a:r>
                    </a:p>
                  </a:txBody>
                  <a:tcPr marL="157655" marR="157655" marT="78828" marB="78828"/>
                </a:tc>
                <a:tc>
                  <a:txBody>
                    <a:bodyPr/>
                    <a:lstStyle/>
                    <a:p>
                      <a:r>
                        <a:rPr lang="en-US" sz="3100"/>
                        <a:t>Secret scanning, dependency and repo security posture.</a:t>
                      </a:r>
                    </a:p>
                  </a:txBody>
                  <a:tcPr marL="157655" marR="157655" marT="78828" marB="78828"/>
                </a:tc>
                <a:extLst>
                  <a:ext uri="{0D108BD9-81ED-4DB2-BD59-A6C34878D82A}">
                    <a16:rowId xmlns:a16="http://schemas.microsoft.com/office/drawing/2014/main" val="2382921175"/>
                  </a:ext>
                </a:extLst>
              </a:tr>
              <a:tr h="693685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Checkmarx</a:t>
                      </a:r>
                    </a:p>
                  </a:txBody>
                  <a:tcPr marL="157655" marR="157655" marT="78828" marB="78828"/>
                </a:tc>
                <a:tc>
                  <a:txBody>
                    <a:bodyPr/>
                    <a:lstStyle/>
                    <a:p>
                      <a:r>
                        <a:rPr lang="en-US" sz="3100"/>
                        <a:t>SAST and code analysis.</a:t>
                      </a:r>
                    </a:p>
                  </a:txBody>
                  <a:tcPr marL="157655" marR="157655" marT="78828" marB="78828"/>
                </a:tc>
                <a:extLst>
                  <a:ext uri="{0D108BD9-81ED-4DB2-BD59-A6C34878D82A}">
                    <a16:rowId xmlns:a16="http://schemas.microsoft.com/office/drawing/2014/main" val="3165504872"/>
                  </a:ext>
                </a:extLst>
              </a:tr>
              <a:tr h="693685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Orca Security</a:t>
                      </a:r>
                    </a:p>
                  </a:txBody>
                  <a:tcPr marL="157655" marR="157655" marT="78828" marB="78828"/>
                </a:tc>
                <a:tc>
                  <a:txBody>
                    <a:bodyPr/>
                    <a:lstStyle/>
                    <a:p>
                      <a:r>
                        <a:rPr lang="fr-FR" sz="3100"/>
                        <a:t>Cloud‑native code exposure detection.</a:t>
                      </a:r>
                      <a:endParaRPr lang="en-US" sz="3100"/>
                    </a:p>
                  </a:txBody>
                  <a:tcPr marL="157655" marR="157655" marT="78828" marB="78828"/>
                </a:tc>
                <a:extLst>
                  <a:ext uri="{0D108BD9-81ED-4DB2-BD59-A6C34878D82A}">
                    <a16:rowId xmlns:a16="http://schemas.microsoft.com/office/drawing/2014/main" val="367606564"/>
                  </a:ext>
                </a:extLst>
              </a:tr>
              <a:tr h="1166651">
                <a:tc>
                  <a:txBody>
                    <a:bodyPr/>
                    <a:lstStyle/>
                    <a:p>
                      <a:pPr algn="ctr"/>
                      <a:r>
                        <a:rPr lang="en-US" sz="3100"/>
                        <a:t>Harness</a:t>
                      </a:r>
                    </a:p>
                  </a:txBody>
                  <a:tcPr marL="157655" marR="157655" marT="78828" marB="78828"/>
                </a:tc>
                <a:tc>
                  <a:txBody>
                    <a:bodyPr/>
                    <a:lstStyle/>
                    <a:p>
                      <a:r>
                        <a:rPr lang="en-US" sz="3100" dirty="0"/>
                        <a:t>Supply chain security and CI/CD governance.</a:t>
                      </a:r>
                    </a:p>
                  </a:txBody>
                  <a:tcPr marL="157655" marR="157655" marT="78828" marB="78828"/>
                </a:tc>
                <a:extLst>
                  <a:ext uri="{0D108BD9-81ED-4DB2-BD59-A6C34878D82A}">
                    <a16:rowId xmlns:a16="http://schemas.microsoft.com/office/drawing/2014/main" val="3121662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056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1936F-8A2E-7CC5-BE32-2B126B5A5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2800"/>
              <a:t>Summary and key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66AB43-4F6D-F90D-89D8-E008A0254B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22996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4179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7E18-13D8-2204-CF27-12623FB3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3C5CD-E378-D16B-2DD1-89B7F7959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Chase, T. (2025, September 25). </a:t>
            </a:r>
            <a:r>
              <a:rPr lang="en-US" i="1" dirty="0"/>
              <a:t>How to secure source code: Key best practices.</a:t>
            </a:r>
            <a:r>
              <a:rPr lang="en-US" dirty="0"/>
              <a:t> Orca Security. https://orca.security/resources/blog/source-code-security-best-practices/</a:t>
            </a:r>
          </a:p>
          <a:p>
            <a:r>
              <a:rPr lang="en-US" dirty="0"/>
              <a:t>Harness. (2026, February 11). </a:t>
            </a:r>
            <a:r>
              <a:rPr lang="en-US" i="1" dirty="0"/>
              <a:t>Best practices for securing code repositories.</a:t>
            </a:r>
            <a:r>
              <a:rPr lang="en-US" dirty="0"/>
              <a:t> https://www.harness.io/harness-devops-academy/secure-code-repositories-best-practices</a:t>
            </a:r>
          </a:p>
          <a:p>
            <a:r>
              <a:rPr lang="en-US" dirty="0"/>
              <a:t>Microsoft. (2024). </a:t>
            </a:r>
            <a:r>
              <a:rPr lang="en-US" i="1" dirty="0"/>
              <a:t>Microsoft Copilot</a:t>
            </a:r>
            <a:r>
              <a:rPr lang="en-US" dirty="0"/>
              <a:t> [Large language model]. Microsoft. </a:t>
            </a:r>
            <a:r>
              <a:rPr lang="en-US" u="sng" dirty="0"/>
              <a:t>https://copilot.microsoft.com</a:t>
            </a:r>
            <a:endParaRPr lang="en-US" dirty="0"/>
          </a:p>
          <a:p>
            <a:r>
              <a:rPr lang="en-US" dirty="0"/>
              <a:t>Rose, J. (2025, June 11). </a:t>
            </a:r>
            <a:r>
              <a:rPr lang="en-US" i="1" dirty="0"/>
              <a:t>Repository Health Monitoring Part 2: Essential Practices for Secure Repositories.</a:t>
            </a:r>
            <a:r>
              <a:rPr lang="en-US" dirty="0"/>
              <a:t> https://checkmarx.com/supply-chain-security/repository-health-monitoring-part-2-essential-practices-for-secure-repositories/?utm_source=linkedin&amp;utm_medium=social</a:t>
            </a:r>
          </a:p>
          <a:p>
            <a:r>
              <a:rPr lang="en-US" dirty="0"/>
              <a:t>Tal, L. (n.d.). </a:t>
            </a:r>
            <a:r>
              <a:rPr lang="en-US" i="1" dirty="0"/>
              <a:t>Securing source code in repositories is essential: How to get started.</a:t>
            </a:r>
            <a:r>
              <a:rPr lang="en-US" dirty="0"/>
              <a:t> </a:t>
            </a:r>
            <a:r>
              <a:rPr lang="en-US" dirty="0" err="1"/>
              <a:t>Snyk.https</a:t>
            </a:r>
            <a:r>
              <a:rPr lang="en-US" dirty="0"/>
              <a:t>://snyk.io/articles/securing-source-code-repositories/</a:t>
            </a:r>
          </a:p>
          <a:p>
            <a:r>
              <a:rPr lang="en-US" dirty="0" err="1"/>
              <a:t>Vetino</a:t>
            </a:r>
            <a:r>
              <a:rPr lang="en-US" dirty="0"/>
              <a:t>, F. (2024, March 12). </a:t>
            </a:r>
            <a:r>
              <a:rPr lang="en-US" i="1" dirty="0"/>
              <a:t>Safeguarding source code and repositories: In‑depth security measures and best practices.</a:t>
            </a:r>
            <a:r>
              <a:rPr lang="en-US" dirty="0"/>
              <a:t> LinkedIn. https://www.linkedin.com/pulse/safeguarding-source-code-repositories-in-depth-security-fidel-v-jkvhe/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5142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717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VanillaVTI</vt:lpstr>
      <vt:lpstr>Security Controls in Shared Source Code Repositories </vt:lpstr>
      <vt:lpstr>Why Securing Repositories Matters</vt:lpstr>
      <vt:lpstr>Common Threats to Source Code Repositories</vt:lpstr>
      <vt:lpstr>Access control best practices</vt:lpstr>
      <vt:lpstr>Secrets management</vt:lpstr>
      <vt:lpstr>Secure development and review practices</vt:lpstr>
      <vt:lpstr>Repository configuration and hardening</vt:lpstr>
      <vt:lpstr>Monitoring and incident response</vt:lpstr>
      <vt:lpstr>Tools supporting repository security</vt:lpstr>
      <vt:lpstr>Summary and key recommendations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Fralix</dc:creator>
  <cp:lastModifiedBy>Paul Fralix</cp:lastModifiedBy>
  <cp:revision>4</cp:revision>
  <dcterms:created xsi:type="dcterms:W3CDTF">2026-03-06T20:18:43Z</dcterms:created>
  <dcterms:modified xsi:type="dcterms:W3CDTF">2026-03-07T01:52:35Z</dcterms:modified>
</cp:coreProperties>
</file>